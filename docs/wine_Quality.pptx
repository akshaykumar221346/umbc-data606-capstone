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99" r:id="rId7"/>
    <p:sldId id="317" r:id="rId8"/>
    <p:sldId id="318" r:id="rId9"/>
    <p:sldId id="320" r:id="rId10"/>
    <p:sldId id="319" r:id="rId11"/>
    <p:sldId id="279" r:id="rId12"/>
    <p:sldId id="262" r:id="rId13"/>
    <p:sldId id="281" r:id="rId14"/>
    <p:sldId id="264" r:id="rId15"/>
    <p:sldId id="282" r:id="rId16"/>
    <p:sldId id="300" r:id="rId17"/>
    <p:sldId id="303" r:id="rId18"/>
    <p:sldId id="301" r:id="rId19"/>
    <p:sldId id="268" r:id="rId20"/>
    <p:sldId id="32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3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image" Target="../media/image35.svg"/><Relationship Id="rId4" Type="http://schemas.openxmlformats.org/officeDocument/2006/relationships/image" Target="../media/image38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svg"/><Relationship Id="rId1" Type="http://schemas.openxmlformats.org/officeDocument/2006/relationships/image" Target="../media/image39.svg"/><Relationship Id="rId4" Type="http://schemas.openxmlformats.org/officeDocument/2006/relationships/image" Target="../media/image42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svg"/><Relationship Id="rId1" Type="http://schemas.openxmlformats.org/officeDocument/2006/relationships/image" Target="../media/image39.svg"/><Relationship Id="rId4" Type="http://schemas.openxmlformats.org/officeDocument/2006/relationships/image" Target="../media/image4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3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image" Target="../media/image35.svg"/><Relationship Id="rId4" Type="http://schemas.openxmlformats.org/officeDocument/2006/relationships/image" Target="../media/image38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svg"/><Relationship Id="rId1" Type="http://schemas.openxmlformats.org/officeDocument/2006/relationships/image" Target="../media/image39.svg"/><Relationship Id="rId4" Type="http://schemas.openxmlformats.org/officeDocument/2006/relationships/image" Target="../media/image42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svg"/><Relationship Id="rId1" Type="http://schemas.openxmlformats.org/officeDocument/2006/relationships/image" Target="../media/image39.sv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BCADF2-5C51-42E2-8E17-1CD5D414731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930611E-EE21-4AA6-8979-09FCCD9742A4}">
      <dgm:prSet/>
      <dgm:spPr/>
      <dgm:t>
        <a:bodyPr/>
        <a:lstStyle/>
        <a:p>
          <a:pPr>
            <a:defRPr cap="all"/>
          </a:pPr>
          <a:r>
            <a:rPr lang="en-US"/>
            <a:t>Red Wine Quality Dataset (UCI / Kaggle)</a:t>
          </a:r>
        </a:p>
      </dgm:t>
    </dgm:pt>
    <dgm:pt modelId="{2D0FD7E1-FB03-491B-9E4E-785DF7094F1C}" type="parTrans" cxnId="{1AD819DB-A2E5-4AE6-84CF-FB76F7686A6D}">
      <dgm:prSet/>
      <dgm:spPr/>
      <dgm:t>
        <a:bodyPr/>
        <a:lstStyle/>
        <a:p>
          <a:endParaRPr lang="en-US"/>
        </a:p>
      </dgm:t>
    </dgm:pt>
    <dgm:pt modelId="{EB89FCEF-1BEC-4FAC-B375-0755018AAD8D}" type="sibTrans" cxnId="{1AD819DB-A2E5-4AE6-84CF-FB76F7686A6D}">
      <dgm:prSet/>
      <dgm:spPr/>
      <dgm:t>
        <a:bodyPr/>
        <a:lstStyle/>
        <a:p>
          <a:endParaRPr lang="en-US"/>
        </a:p>
      </dgm:t>
    </dgm:pt>
    <dgm:pt modelId="{9C3E1BF0-3095-4931-A189-753E73E84004}">
      <dgm:prSet/>
      <dgm:spPr/>
      <dgm:t>
        <a:bodyPr/>
        <a:lstStyle/>
        <a:p>
          <a:pPr>
            <a:defRPr cap="all"/>
          </a:pPr>
          <a:r>
            <a:rPr lang="en-US"/>
            <a:t>Contains 1599 wine samples</a:t>
          </a:r>
        </a:p>
      </dgm:t>
    </dgm:pt>
    <dgm:pt modelId="{0DB6550B-80D7-4E8D-8AB4-B69D10D5B176}" type="parTrans" cxnId="{D8431858-860C-4D52-B74F-9FA9BA076EE8}">
      <dgm:prSet/>
      <dgm:spPr/>
      <dgm:t>
        <a:bodyPr/>
        <a:lstStyle/>
        <a:p>
          <a:endParaRPr lang="en-US"/>
        </a:p>
      </dgm:t>
    </dgm:pt>
    <dgm:pt modelId="{48E1924E-AC04-48AE-A8F9-AF4B48A3A24C}" type="sibTrans" cxnId="{D8431858-860C-4D52-B74F-9FA9BA076EE8}">
      <dgm:prSet/>
      <dgm:spPr/>
      <dgm:t>
        <a:bodyPr/>
        <a:lstStyle/>
        <a:p>
          <a:endParaRPr lang="en-US"/>
        </a:p>
      </dgm:t>
    </dgm:pt>
    <dgm:pt modelId="{4C119695-BAF8-44DD-831F-E58BCB85EC55}">
      <dgm:prSet/>
      <dgm:spPr/>
      <dgm:t>
        <a:bodyPr/>
        <a:lstStyle/>
        <a:p>
          <a:pPr>
            <a:defRPr cap="all"/>
          </a:pPr>
          <a:r>
            <a:rPr lang="en-US"/>
            <a:t>Each sample has 11 chemical features</a:t>
          </a:r>
        </a:p>
      </dgm:t>
    </dgm:pt>
    <dgm:pt modelId="{CFD94455-361E-4890-9EF9-7DA7F81FB1C6}" type="parTrans" cxnId="{D45113A1-4D4B-4D3E-845A-A068C8DC24B1}">
      <dgm:prSet/>
      <dgm:spPr/>
      <dgm:t>
        <a:bodyPr/>
        <a:lstStyle/>
        <a:p>
          <a:endParaRPr lang="en-US"/>
        </a:p>
      </dgm:t>
    </dgm:pt>
    <dgm:pt modelId="{BEC5C764-334D-41B7-AE54-08CAC5828C64}" type="sibTrans" cxnId="{D45113A1-4D4B-4D3E-845A-A068C8DC24B1}">
      <dgm:prSet/>
      <dgm:spPr/>
      <dgm:t>
        <a:bodyPr/>
        <a:lstStyle/>
        <a:p>
          <a:endParaRPr lang="en-US"/>
        </a:p>
      </dgm:t>
    </dgm:pt>
    <dgm:pt modelId="{F07D861A-67D6-4476-B42F-3D1E9FBC0718}">
      <dgm:prSet/>
      <dgm:spPr/>
      <dgm:t>
        <a:bodyPr/>
        <a:lstStyle/>
        <a:p>
          <a:pPr>
            <a:defRPr cap="all"/>
          </a:pPr>
          <a:r>
            <a:rPr lang="en-US"/>
            <a:t>Output variable is quality score (0 to 10)</a:t>
          </a:r>
        </a:p>
      </dgm:t>
    </dgm:pt>
    <dgm:pt modelId="{3F11E0A9-74F7-48CE-94C4-0D5E8DA1534F}" type="parTrans" cxnId="{CC950AE6-046E-402B-94CB-C342D248C23D}">
      <dgm:prSet/>
      <dgm:spPr/>
      <dgm:t>
        <a:bodyPr/>
        <a:lstStyle/>
        <a:p>
          <a:endParaRPr lang="en-US"/>
        </a:p>
      </dgm:t>
    </dgm:pt>
    <dgm:pt modelId="{B7E8CB9B-B246-4C68-AC88-E88004FEF83D}" type="sibTrans" cxnId="{CC950AE6-046E-402B-94CB-C342D248C23D}">
      <dgm:prSet/>
      <dgm:spPr/>
      <dgm:t>
        <a:bodyPr/>
        <a:lstStyle/>
        <a:p>
          <a:endParaRPr lang="en-US"/>
        </a:p>
      </dgm:t>
    </dgm:pt>
    <dgm:pt modelId="{F2041815-3452-43E5-9A83-A5D1FBED7190}">
      <dgm:prSet/>
      <dgm:spPr/>
      <dgm:t>
        <a:bodyPr/>
        <a:lstStyle/>
        <a:p>
          <a:pPr>
            <a:defRPr cap="all"/>
          </a:pPr>
          <a:r>
            <a:rPr lang="en-US"/>
            <a:t>Real-world dataset collected from Portuguese wines</a:t>
          </a:r>
        </a:p>
      </dgm:t>
    </dgm:pt>
    <dgm:pt modelId="{97DAC479-8E28-45DE-81EF-54A1342B7C2B}" type="parTrans" cxnId="{682F08FC-AD45-49E2-B72D-1816057AD578}">
      <dgm:prSet/>
      <dgm:spPr/>
      <dgm:t>
        <a:bodyPr/>
        <a:lstStyle/>
        <a:p>
          <a:endParaRPr lang="en-US"/>
        </a:p>
      </dgm:t>
    </dgm:pt>
    <dgm:pt modelId="{D80FF883-25EB-49DE-93AE-649CE8548B79}" type="sibTrans" cxnId="{682F08FC-AD45-49E2-B72D-1816057AD578}">
      <dgm:prSet/>
      <dgm:spPr/>
      <dgm:t>
        <a:bodyPr/>
        <a:lstStyle/>
        <a:p>
          <a:endParaRPr lang="en-US"/>
        </a:p>
      </dgm:t>
    </dgm:pt>
    <dgm:pt modelId="{5803D267-5979-49E6-BECA-B8F388FEE41B}" type="pres">
      <dgm:prSet presAssocID="{D1BCADF2-5C51-42E2-8E17-1CD5D4147314}" presName="root" presStyleCnt="0">
        <dgm:presLayoutVars>
          <dgm:dir/>
          <dgm:resizeHandles val="exact"/>
        </dgm:presLayoutVars>
      </dgm:prSet>
      <dgm:spPr/>
    </dgm:pt>
    <dgm:pt modelId="{EED8C02B-5579-48C3-B2F2-5E39D8B56729}" type="pres">
      <dgm:prSet presAssocID="{0930611E-EE21-4AA6-8979-09FCCD9742A4}" presName="compNode" presStyleCnt="0"/>
      <dgm:spPr/>
    </dgm:pt>
    <dgm:pt modelId="{8B7B71BD-7A79-45D4-BE9A-8960464F9F0B}" type="pres">
      <dgm:prSet presAssocID="{0930611E-EE21-4AA6-8979-09FCCD9742A4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4C0971B-B83A-4694-AE22-9E8B4B26598E}" type="pres">
      <dgm:prSet presAssocID="{0930611E-EE21-4AA6-8979-09FCCD9742A4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iter"/>
        </a:ext>
      </dgm:extLst>
    </dgm:pt>
    <dgm:pt modelId="{16A30CA2-EA9C-4876-A9DD-0FA6BC241AD7}" type="pres">
      <dgm:prSet presAssocID="{0930611E-EE21-4AA6-8979-09FCCD9742A4}" presName="spaceRect" presStyleCnt="0"/>
      <dgm:spPr/>
    </dgm:pt>
    <dgm:pt modelId="{4D2B3156-3E61-4A93-B90F-CCDC9E5A6EE1}" type="pres">
      <dgm:prSet presAssocID="{0930611E-EE21-4AA6-8979-09FCCD9742A4}" presName="textRect" presStyleLbl="revTx" presStyleIdx="0" presStyleCnt="5">
        <dgm:presLayoutVars>
          <dgm:chMax val="1"/>
          <dgm:chPref val="1"/>
        </dgm:presLayoutVars>
      </dgm:prSet>
      <dgm:spPr/>
    </dgm:pt>
    <dgm:pt modelId="{F618F851-45EE-4AE6-B963-00CB9762F662}" type="pres">
      <dgm:prSet presAssocID="{EB89FCEF-1BEC-4FAC-B375-0755018AAD8D}" presName="sibTrans" presStyleCnt="0"/>
      <dgm:spPr/>
    </dgm:pt>
    <dgm:pt modelId="{EADA644D-9780-4C79-9C0B-778A33D7536E}" type="pres">
      <dgm:prSet presAssocID="{9C3E1BF0-3095-4931-A189-753E73E84004}" presName="compNode" presStyleCnt="0"/>
      <dgm:spPr/>
    </dgm:pt>
    <dgm:pt modelId="{B3F63E15-A308-4A10-866F-654BB49B441F}" type="pres">
      <dgm:prSet presAssocID="{9C3E1BF0-3095-4931-A189-753E73E84004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9B1CABDA-14B6-416B-A0E6-A129B1F53517}" type="pres">
      <dgm:prSet presAssocID="{9C3E1BF0-3095-4931-A189-753E73E84004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e"/>
        </a:ext>
      </dgm:extLst>
    </dgm:pt>
    <dgm:pt modelId="{4F2EC4D2-70F9-4BA0-AEE9-0931E7D45649}" type="pres">
      <dgm:prSet presAssocID="{9C3E1BF0-3095-4931-A189-753E73E84004}" presName="spaceRect" presStyleCnt="0"/>
      <dgm:spPr/>
    </dgm:pt>
    <dgm:pt modelId="{EFA5FC85-49B8-4DF1-928F-C7C007E6BDF7}" type="pres">
      <dgm:prSet presAssocID="{9C3E1BF0-3095-4931-A189-753E73E84004}" presName="textRect" presStyleLbl="revTx" presStyleIdx="1" presStyleCnt="5">
        <dgm:presLayoutVars>
          <dgm:chMax val="1"/>
          <dgm:chPref val="1"/>
        </dgm:presLayoutVars>
      </dgm:prSet>
      <dgm:spPr/>
    </dgm:pt>
    <dgm:pt modelId="{C0A6B0AD-9C78-48B1-B537-F8F20E698250}" type="pres">
      <dgm:prSet presAssocID="{48E1924E-AC04-48AE-A8F9-AF4B48A3A24C}" presName="sibTrans" presStyleCnt="0"/>
      <dgm:spPr/>
    </dgm:pt>
    <dgm:pt modelId="{BAC3BB67-1282-4C67-9B5F-904602E6192A}" type="pres">
      <dgm:prSet presAssocID="{4C119695-BAF8-44DD-831F-E58BCB85EC55}" presName="compNode" presStyleCnt="0"/>
      <dgm:spPr/>
    </dgm:pt>
    <dgm:pt modelId="{CCEED906-4084-40CA-841F-920C459B8C75}" type="pres">
      <dgm:prSet presAssocID="{4C119695-BAF8-44DD-831F-E58BCB85EC55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DB79E32-EB06-4D6C-99C6-73AED034DA27}" type="pres">
      <dgm:prSet presAssocID="{4C119695-BAF8-44DD-831F-E58BCB85EC5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7483CE70-249D-4751-9391-E077FF55A8A5}" type="pres">
      <dgm:prSet presAssocID="{4C119695-BAF8-44DD-831F-E58BCB85EC55}" presName="spaceRect" presStyleCnt="0"/>
      <dgm:spPr/>
    </dgm:pt>
    <dgm:pt modelId="{0F94D634-8285-4D5D-BF2B-166073A85C34}" type="pres">
      <dgm:prSet presAssocID="{4C119695-BAF8-44DD-831F-E58BCB85EC55}" presName="textRect" presStyleLbl="revTx" presStyleIdx="2" presStyleCnt="5">
        <dgm:presLayoutVars>
          <dgm:chMax val="1"/>
          <dgm:chPref val="1"/>
        </dgm:presLayoutVars>
      </dgm:prSet>
      <dgm:spPr/>
    </dgm:pt>
    <dgm:pt modelId="{DCC1F5E8-3216-4D14-9963-7E05BDB72268}" type="pres">
      <dgm:prSet presAssocID="{BEC5C764-334D-41B7-AE54-08CAC5828C64}" presName="sibTrans" presStyleCnt="0"/>
      <dgm:spPr/>
    </dgm:pt>
    <dgm:pt modelId="{B4B1C54F-F6B6-4E9C-AA3A-945708EFCC81}" type="pres">
      <dgm:prSet presAssocID="{F07D861A-67D6-4476-B42F-3D1E9FBC0718}" presName="compNode" presStyleCnt="0"/>
      <dgm:spPr/>
    </dgm:pt>
    <dgm:pt modelId="{ED74E932-6ABD-4542-B9CB-96BB3C37A35D}" type="pres">
      <dgm:prSet presAssocID="{F07D861A-67D6-4476-B42F-3D1E9FBC0718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4BBD78B-FDCC-43DB-A98E-283C90FBA74F}" type="pres">
      <dgm:prSet presAssocID="{F07D861A-67D6-4476-B42F-3D1E9FBC0718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10E4EECC-BCDD-4010-ACF1-B680E853A2B2}" type="pres">
      <dgm:prSet presAssocID="{F07D861A-67D6-4476-B42F-3D1E9FBC0718}" presName="spaceRect" presStyleCnt="0"/>
      <dgm:spPr/>
    </dgm:pt>
    <dgm:pt modelId="{F7AC1B90-CE2F-4EC5-8AE0-E0BCBB48001D}" type="pres">
      <dgm:prSet presAssocID="{F07D861A-67D6-4476-B42F-3D1E9FBC0718}" presName="textRect" presStyleLbl="revTx" presStyleIdx="3" presStyleCnt="5">
        <dgm:presLayoutVars>
          <dgm:chMax val="1"/>
          <dgm:chPref val="1"/>
        </dgm:presLayoutVars>
      </dgm:prSet>
      <dgm:spPr/>
    </dgm:pt>
    <dgm:pt modelId="{9F2F0E32-363D-479B-83BB-C6010D88E04E}" type="pres">
      <dgm:prSet presAssocID="{B7E8CB9B-B246-4C68-AC88-E88004FEF83D}" presName="sibTrans" presStyleCnt="0"/>
      <dgm:spPr/>
    </dgm:pt>
    <dgm:pt modelId="{39E79909-F429-44FB-910C-A398F3A852FC}" type="pres">
      <dgm:prSet presAssocID="{F2041815-3452-43E5-9A83-A5D1FBED7190}" presName="compNode" presStyleCnt="0"/>
      <dgm:spPr/>
    </dgm:pt>
    <dgm:pt modelId="{AC232D4D-6D95-453A-B12B-F8401645BFDD}" type="pres">
      <dgm:prSet presAssocID="{F2041815-3452-43E5-9A83-A5D1FBED7190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2C3AAC4-0DE3-4284-BC9F-2C54D39FF818}" type="pres">
      <dgm:prSet presAssocID="{F2041815-3452-43E5-9A83-A5D1FBED719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pes"/>
        </a:ext>
      </dgm:extLst>
    </dgm:pt>
    <dgm:pt modelId="{0246B516-118E-42BF-AB1A-D70E5DFA3BB4}" type="pres">
      <dgm:prSet presAssocID="{F2041815-3452-43E5-9A83-A5D1FBED7190}" presName="spaceRect" presStyleCnt="0"/>
      <dgm:spPr/>
    </dgm:pt>
    <dgm:pt modelId="{D2653FEF-DD1A-4350-9990-1180DBDB98DD}" type="pres">
      <dgm:prSet presAssocID="{F2041815-3452-43E5-9A83-A5D1FBED719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5CCFE04-AF9F-476C-8FAE-19F2DCA23787}" type="presOf" srcId="{D1BCADF2-5C51-42E2-8E17-1CD5D4147314}" destId="{5803D267-5979-49E6-BECA-B8F388FEE41B}" srcOrd="0" destOrd="0" presId="urn:microsoft.com/office/officeart/2018/5/layout/IconLeafLabelList"/>
    <dgm:cxn modelId="{C7D82F31-3DC4-4B81-A115-32994BD16B96}" type="presOf" srcId="{F07D861A-67D6-4476-B42F-3D1E9FBC0718}" destId="{F7AC1B90-CE2F-4EC5-8AE0-E0BCBB48001D}" srcOrd="0" destOrd="0" presId="urn:microsoft.com/office/officeart/2018/5/layout/IconLeafLabelList"/>
    <dgm:cxn modelId="{D8431858-860C-4D52-B74F-9FA9BA076EE8}" srcId="{D1BCADF2-5C51-42E2-8E17-1CD5D4147314}" destId="{9C3E1BF0-3095-4931-A189-753E73E84004}" srcOrd="1" destOrd="0" parTransId="{0DB6550B-80D7-4E8D-8AB4-B69D10D5B176}" sibTransId="{48E1924E-AC04-48AE-A8F9-AF4B48A3A24C}"/>
    <dgm:cxn modelId="{05E9BA79-1A3D-4C6F-AA55-DC550EA53B91}" type="presOf" srcId="{0930611E-EE21-4AA6-8979-09FCCD9742A4}" destId="{4D2B3156-3E61-4A93-B90F-CCDC9E5A6EE1}" srcOrd="0" destOrd="0" presId="urn:microsoft.com/office/officeart/2018/5/layout/IconLeafLabelList"/>
    <dgm:cxn modelId="{751C2792-BB7A-41CA-808B-B79ACD0DE206}" type="presOf" srcId="{4C119695-BAF8-44DD-831F-E58BCB85EC55}" destId="{0F94D634-8285-4D5D-BF2B-166073A85C34}" srcOrd="0" destOrd="0" presId="urn:microsoft.com/office/officeart/2018/5/layout/IconLeafLabelList"/>
    <dgm:cxn modelId="{49E71294-7871-44F9-A345-4B754104DAB3}" type="presOf" srcId="{F2041815-3452-43E5-9A83-A5D1FBED7190}" destId="{D2653FEF-DD1A-4350-9990-1180DBDB98DD}" srcOrd="0" destOrd="0" presId="urn:microsoft.com/office/officeart/2018/5/layout/IconLeafLabelList"/>
    <dgm:cxn modelId="{D45113A1-4D4B-4D3E-845A-A068C8DC24B1}" srcId="{D1BCADF2-5C51-42E2-8E17-1CD5D4147314}" destId="{4C119695-BAF8-44DD-831F-E58BCB85EC55}" srcOrd="2" destOrd="0" parTransId="{CFD94455-361E-4890-9EF9-7DA7F81FB1C6}" sibTransId="{BEC5C764-334D-41B7-AE54-08CAC5828C64}"/>
    <dgm:cxn modelId="{7D5EBAAF-01F3-4F06-8081-5B9458B87CE4}" type="presOf" srcId="{9C3E1BF0-3095-4931-A189-753E73E84004}" destId="{EFA5FC85-49B8-4DF1-928F-C7C007E6BDF7}" srcOrd="0" destOrd="0" presId="urn:microsoft.com/office/officeart/2018/5/layout/IconLeafLabelList"/>
    <dgm:cxn modelId="{1AD819DB-A2E5-4AE6-84CF-FB76F7686A6D}" srcId="{D1BCADF2-5C51-42E2-8E17-1CD5D4147314}" destId="{0930611E-EE21-4AA6-8979-09FCCD9742A4}" srcOrd="0" destOrd="0" parTransId="{2D0FD7E1-FB03-491B-9E4E-785DF7094F1C}" sibTransId="{EB89FCEF-1BEC-4FAC-B375-0755018AAD8D}"/>
    <dgm:cxn modelId="{CC950AE6-046E-402B-94CB-C342D248C23D}" srcId="{D1BCADF2-5C51-42E2-8E17-1CD5D4147314}" destId="{F07D861A-67D6-4476-B42F-3D1E9FBC0718}" srcOrd="3" destOrd="0" parTransId="{3F11E0A9-74F7-48CE-94C4-0D5E8DA1534F}" sibTransId="{B7E8CB9B-B246-4C68-AC88-E88004FEF83D}"/>
    <dgm:cxn modelId="{682F08FC-AD45-49E2-B72D-1816057AD578}" srcId="{D1BCADF2-5C51-42E2-8E17-1CD5D4147314}" destId="{F2041815-3452-43E5-9A83-A5D1FBED7190}" srcOrd="4" destOrd="0" parTransId="{97DAC479-8E28-45DE-81EF-54A1342B7C2B}" sibTransId="{D80FF883-25EB-49DE-93AE-649CE8548B79}"/>
    <dgm:cxn modelId="{D32434A5-278B-48A7-940E-2DBE338D2C4B}" type="presParOf" srcId="{5803D267-5979-49E6-BECA-B8F388FEE41B}" destId="{EED8C02B-5579-48C3-B2F2-5E39D8B56729}" srcOrd="0" destOrd="0" presId="urn:microsoft.com/office/officeart/2018/5/layout/IconLeafLabelList"/>
    <dgm:cxn modelId="{4E6B95A5-5D18-42B0-9E61-9785FEBE4DCA}" type="presParOf" srcId="{EED8C02B-5579-48C3-B2F2-5E39D8B56729}" destId="{8B7B71BD-7A79-45D4-BE9A-8960464F9F0B}" srcOrd="0" destOrd="0" presId="urn:microsoft.com/office/officeart/2018/5/layout/IconLeafLabelList"/>
    <dgm:cxn modelId="{EB0CEF6D-5E37-47A0-A8E0-75388C4CF621}" type="presParOf" srcId="{EED8C02B-5579-48C3-B2F2-5E39D8B56729}" destId="{24C0971B-B83A-4694-AE22-9E8B4B26598E}" srcOrd="1" destOrd="0" presId="urn:microsoft.com/office/officeart/2018/5/layout/IconLeafLabelList"/>
    <dgm:cxn modelId="{48AA224E-CE49-4D48-A088-A2AC9C07B7D9}" type="presParOf" srcId="{EED8C02B-5579-48C3-B2F2-5E39D8B56729}" destId="{16A30CA2-EA9C-4876-A9DD-0FA6BC241AD7}" srcOrd="2" destOrd="0" presId="urn:microsoft.com/office/officeart/2018/5/layout/IconLeafLabelList"/>
    <dgm:cxn modelId="{235FED6A-1268-40B6-8CB1-0E8DD106996E}" type="presParOf" srcId="{EED8C02B-5579-48C3-B2F2-5E39D8B56729}" destId="{4D2B3156-3E61-4A93-B90F-CCDC9E5A6EE1}" srcOrd="3" destOrd="0" presId="urn:microsoft.com/office/officeart/2018/5/layout/IconLeafLabelList"/>
    <dgm:cxn modelId="{36CDEC89-2EB2-49A5-BD04-AFA07C4330EF}" type="presParOf" srcId="{5803D267-5979-49E6-BECA-B8F388FEE41B}" destId="{F618F851-45EE-4AE6-B963-00CB9762F662}" srcOrd="1" destOrd="0" presId="urn:microsoft.com/office/officeart/2018/5/layout/IconLeafLabelList"/>
    <dgm:cxn modelId="{3F9B03C4-5222-4C30-A39B-73CE27585F0B}" type="presParOf" srcId="{5803D267-5979-49E6-BECA-B8F388FEE41B}" destId="{EADA644D-9780-4C79-9C0B-778A33D7536E}" srcOrd="2" destOrd="0" presId="urn:microsoft.com/office/officeart/2018/5/layout/IconLeafLabelList"/>
    <dgm:cxn modelId="{EE77422E-F6BE-4818-9749-D144D5751AC0}" type="presParOf" srcId="{EADA644D-9780-4C79-9C0B-778A33D7536E}" destId="{B3F63E15-A308-4A10-866F-654BB49B441F}" srcOrd="0" destOrd="0" presId="urn:microsoft.com/office/officeart/2018/5/layout/IconLeafLabelList"/>
    <dgm:cxn modelId="{D60C1E7B-A744-453E-B691-CE5153603361}" type="presParOf" srcId="{EADA644D-9780-4C79-9C0B-778A33D7536E}" destId="{9B1CABDA-14B6-416B-A0E6-A129B1F53517}" srcOrd="1" destOrd="0" presId="urn:microsoft.com/office/officeart/2018/5/layout/IconLeafLabelList"/>
    <dgm:cxn modelId="{07CBA30F-14E8-4649-8D3B-01CAC0C2B2C9}" type="presParOf" srcId="{EADA644D-9780-4C79-9C0B-778A33D7536E}" destId="{4F2EC4D2-70F9-4BA0-AEE9-0931E7D45649}" srcOrd="2" destOrd="0" presId="urn:microsoft.com/office/officeart/2018/5/layout/IconLeafLabelList"/>
    <dgm:cxn modelId="{C47C20D3-72D6-4D0C-A7D0-9632581E8389}" type="presParOf" srcId="{EADA644D-9780-4C79-9C0B-778A33D7536E}" destId="{EFA5FC85-49B8-4DF1-928F-C7C007E6BDF7}" srcOrd="3" destOrd="0" presId="urn:microsoft.com/office/officeart/2018/5/layout/IconLeafLabelList"/>
    <dgm:cxn modelId="{B4239B95-F21D-4C9D-B243-6FB55F7F1330}" type="presParOf" srcId="{5803D267-5979-49E6-BECA-B8F388FEE41B}" destId="{C0A6B0AD-9C78-48B1-B537-F8F20E698250}" srcOrd="3" destOrd="0" presId="urn:microsoft.com/office/officeart/2018/5/layout/IconLeafLabelList"/>
    <dgm:cxn modelId="{EB9EE6F3-727A-4B52-B64B-9FBEC698299D}" type="presParOf" srcId="{5803D267-5979-49E6-BECA-B8F388FEE41B}" destId="{BAC3BB67-1282-4C67-9B5F-904602E6192A}" srcOrd="4" destOrd="0" presId="urn:microsoft.com/office/officeart/2018/5/layout/IconLeafLabelList"/>
    <dgm:cxn modelId="{4B33B344-D804-4CB9-8080-997A83C40551}" type="presParOf" srcId="{BAC3BB67-1282-4C67-9B5F-904602E6192A}" destId="{CCEED906-4084-40CA-841F-920C459B8C75}" srcOrd="0" destOrd="0" presId="urn:microsoft.com/office/officeart/2018/5/layout/IconLeafLabelList"/>
    <dgm:cxn modelId="{43BB38A8-A784-4A84-8FA2-C0A1C0D4201A}" type="presParOf" srcId="{BAC3BB67-1282-4C67-9B5F-904602E6192A}" destId="{7DB79E32-EB06-4D6C-99C6-73AED034DA27}" srcOrd="1" destOrd="0" presId="urn:microsoft.com/office/officeart/2018/5/layout/IconLeafLabelList"/>
    <dgm:cxn modelId="{3C77327B-A95D-447B-B08C-2EAC565243C0}" type="presParOf" srcId="{BAC3BB67-1282-4C67-9B5F-904602E6192A}" destId="{7483CE70-249D-4751-9391-E077FF55A8A5}" srcOrd="2" destOrd="0" presId="urn:microsoft.com/office/officeart/2018/5/layout/IconLeafLabelList"/>
    <dgm:cxn modelId="{B3AC43AB-81E2-4350-B8B4-A52C636C1304}" type="presParOf" srcId="{BAC3BB67-1282-4C67-9B5F-904602E6192A}" destId="{0F94D634-8285-4D5D-BF2B-166073A85C34}" srcOrd="3" destOrd="0" presId="urn:microsoft.com/office/officeart/2018/5/layout/IconLeafLabelList"/>
    <dgm:cxn modelId="{3F55566B-69EC-4AF6-B259-D6EBEFD81763}" type="presParOf" srcId="{5803D267-5979-49E6-BECA-B8F388FEE41B}" destId="{DCC1F5E8-3216-4D14-9963-7E05BDB72268}" srcOrd="5" destOrd="0" presId="urn:microsoft.com/office/officeart/2018/5/layout/IconLeafLabelList"/>
    <dgm:cxn modelId="{851AC713-9847-426B-B2EE-CCF53EDD5620}" type="presParOf" srcId="{5803D267-5979-49E6-BECA-B8F388FEE41B}" destId="{B4B1C54F-F6B6-4E9C-AA3A-945708EFCC81}" srcOrd="6" destOrd="0" presId="urn:microsoft.com/office/officeart/2018/5/layout/IconLeafLabelList"/>
    <dgm:cxn modelId="{001EE187-B0AA-48D5-88EE-B7F16C9EED6F}" type="presParOf" srcId="{B4B1C54F-F6B6-4E9C-AA3A-945708EFCC81}" destId="{ED74E932-6ABD-4542-B9CB-96BB3C37A35D}" srcOrd="0" destOrd="0" presId="urn:microsoft.com/office/officeart/2018/5/layout/IconLeafLabelList"/>
    <dgm:cxn modelId="{6023D18C-8589-4641-AD63-9A799C796D5E}" type="presParOf" srcId="{B4B1C54F-F6B6-4E9C-AA3A-945708EFCC81}" destId="{04BBD78B-FDCC-43DB-A98E-283C90FBA74F}" srcOrd="1" destOrd="0" presId="urn:microsoft.com/office/officeart/2018/5/layout/IconLeafLabelList"/>
    <dgm:cxn modelId="{D752BD15-4AA1-474B-9078-3C6872BF42EE}" type="presParOf" srcId="{B4B1C54F-F6B6-4E9C-AA3A-945708EFCC81}" destId="{10E4EECC-BCDD-4010-ACF1-B680E853A2B2}" srcOrd="2" destOrd="0" presId="urn:microsoft.com/office/officeart/2018/5/layout/IconLeafLabelList"/>
    <dgm:cxn modelId="{67908EBC-4375-4DF3-A0A6-B7A75E965500}" type="presParOf" srcId="{B4B1C54F-F6B6-4E9C-AA3A-945708EFCC81}" destId="{F7AC1B90-CE2F-4EC5-8AE0-E0BCBB48001D}" srcOrd="3" destOrd="0" presId="urn:microsoft.com/office/officeart/2018/5/layout/IconLeafLabelList"/>
    <dgm:cxn modelId="{83A8279A-F396-403D-B026-7C11AB4F43CB}" type="presParOf" srcId="{5803D267-5979-49E6-BECA-B8F388FEE41B}" destId="{9F2F0E32-363D-479B-83BB-C6010D88E04E}" srcOrd="7" destOrd="0" presId="urn:microsoft.com/office/officeart/2018/5/layout/IconLeafLabelList"/>
    <dgm:cxn modelId="{19961525-0819-400C-B81C-8346E7F1DF23}" type="presParOf" srcId="{5803D267-5979-49E6-BECA-B8F388FEE41B}" destId="{39E79909-F429-44FB-910C-A398F3A852FC}" srcOrd="8" destOrd="0" presId="urn:microsoft.com/office/officeart/2018/5/layout/IconLeafLabelList"/>
    <dgm:cxn modelId="{B49759F9-E3FE-4635-BCD3-C5F7B1CA94AA}" type="presParOf" srcId="{39E79909-F429-44FB-910C-A398F3A852FC}" destId="{AC232D4D-6D95-453A-B12B-F8401645BFDD}" srcOrd="0" destOrd="0" presId="urn:microsoft.com/office/officeart/2018/5/layout/IconLeafLabelList"/>
    <dgm:cxn modelId="{176939FA-F90C-443F-8B16-67A8D513EC5A}" type="presParOf" srcId="{39E79909-F429-44FB-910C-A398F3A852FC}" destId="{F2C3AAC4-0DE3-4284-BC9F-2C54D39FF818}" srcOrd="1" destOrd="0" presId="urn:microsoft.com/office/officeart/2018/5/layout/IconLeafLabelList"/>
    <dgm:cxn modelId="{F29D937D-6577-466D-B100-57A2E5848288}" type="presParOf" srcId="{39E79909-F429-44FB-910C-A398F3A852FC}" destId="{0246B516-118E-42BF-AB1A-D70E5DFA3BB4}" srcOrd="2" destOrd="0" presId="urn:microsoft.com/office/officeart/2018/5/layout/IconLeafLabelList"/>
    <dgm:cxn modelId="{230FB385-5BA2-4B05-9541-31A265415653}" type="presParOf" srcId="{39E79909-F429-44FB-910C-A398F3A852FC}" destId="{D2653FEF-DD1A-4350-9990-1180DBDB98D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BD6183-54CA-4866-A5CE-EF6A7CB08E5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CC0F3B8-A645-4AE4-A743-428CC65676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Chemical properties affecting wine taste</a:t>
          </a:r>
        </a:p>
      </dgm:t>
    </dgm:pt>
    <dgm:pt modelId="{CB27D8ED-034B-4632-84E4-7C2A48596001}" type="parTrans" cxnId="{ECFCC59F-F40C-42E8-AAE7-79FDA63A3F17}">
      <dgm:prSet/>
      <dgm:spPr/>
      <dgm:t>
        <a:bodyPr/>
        <a:lstStyle/>
        <a:p>
          <a:endParaRPr lang="en-US"/>
        </a:p>
      </dgm:t>
    </dgm:pt>
    <dgm:pt modelId="{CCB5D23C-6C75-4545-92B4-6EB8895E6102}" type="sibTrans" cxnId="{ECFCC59F-F40C-42E8-AAE7-79FDA63A3F17}">
      <dgm:prSet/>
      <dgm:spPr/>
      <dgm:t>
        <a:bodyPr/>
        <a:lstStyle/>
        <a:p>
          <a:endParaRPr lang="en-US"/>
        </a:p>
      </dgm:t>
    </dgm:pt>
    <dgm:pt modelId="{A9B1E7A5-B9C6-46CC-A568-C4B90C1028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Fixed acidity, volatile acidity, citric acid</a:t>
          </a:r>
        </a:p>
      </dgm:t>
    </dgm:pt>
    <dgm:pt modelId="{B133214B-C103-448A-9840-DFF4F6D5102E}" type="parTrans" cxnId="{2F3394A7-A556-4838-9CE6-081C8C8033E3}">
      <dgm:prSet/>
      <dgm:spPr/>
      <dgm:t>
        <a:bodyPr/>
        <a:lstStyle/>
        <a:p>
          <a:endParaRPr lang="en-US"/>
        </a:p>
      </dgm:t>
    </dgm:pt>
    <dgm:pt modelId="{B8A80E9B-2CE6-40F2-B12C-EE6F7ED86CDB}" type="sibTrans" cxnId="{2F3394A7-A556-4838-9CE6-081C8C8033E3}">
      <dgm:prSet/>
      <dgm:spPr/>
      <dgm:t>
        <a:bodyPr/>
        <a:lstStyle/>
        <a:p>
          <a:endParaRPr lang="en-US"/>
        </a:p>
      </dgm:t>
    </dgm:pt>
    <dgm:pt modelId="{5EA09838-7AD0-4A60-AA05-3C12E9D72C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Residual sugar, chlorides</a:t>
          </a:r>
        </a:p>
      </dgm:t>
    </dgm:pt>
    <dgm:pt modelId="{35230FDC-9FBC-4F38-B4F2-45F645157AD6}" type="parTrans" cxnId="{CF19D3C1-C5B9-4999-932B-340C041B46DE}">
      <dgm:prSet/>
      <dgm:spPr/>
      <dgm:t>
        <a:bodyPr/>
        <a:lstStyle/>
        <a:p>
          <a:endParaRPr lang="en-US"/>
        </a:p>
      </dgm:t>
    </dgm:pt>
    <dgm:pt modelId="{8324D4B8-20A8-4846-9005-7EF9861EE282}" type="sibTrans" cxnId="{CF19D3C1-C5B9-4999-932B-340C041B46DE}">
      <dgm:prSet/>
      <dgm:spPr/>
      <dgm:t>
        <a:bodyPr/>
        <a:lstStyle/>
        <a:p>
          <a:endParaRPr lang="en-US"/>
        </a:p>
      </dgm:t>
    </dgm:pt>
    <dgm:pt modelId="{C3B8A01D-D5C5-46B7-85DE-63AE291F1F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Free and total sulfur dioxide</a:t>
          </a:r>
        </a:p>
      </dgm:t>
    </dgm:pt>
    <dgm:pt modelId="{D775D228-E1CD-4B59-9168-F44ABC9E8183}" type="parTrans" cxnId="{3F9A50C6-A33B-4928-BA81-87103E7717DD}">
      <dgm:prSet/>
      <dgm:spPr/>
      <dgm:t>
        <a:bodyPr/>
        <a:lstStyle/>
        <a:p>
          <a:endParaRPr lang="en-US"/>
        </a:p>
      </dgm:t>
    </dgm:pt>
    <dgm:pt modelId="{35C23D85-4719-4FBF-9A1B-ED520713A5F4}" type="sibTrans" cxnId="{3F9A50C6-A33B-4928-BA81-87103E7717DD}">
      <dgm:prSet/>
      <dgm:spPr/>
      <dgm:t>
        <a:bodyPr/>
        <a:lstStyle/>
        <a:p>
          <a:endParaRPr lang="en-US"/>
        </a:p>
      </dgm:t>
    </dgm:pt>
    <dgm:pt modelId="{1FA47D1E-8877-446C-8D31-52B1345FDB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Density, pH, sulphates, alcohol</a:t>
          </a:r>
        </a:p>
      </dgm:t>
    </dgm:pt>
    <dgm:pt modelId="{7905118C-9697-4FC0-A928-0CA6CE07C02C}" type="parTrans" cxnId="{C52C1A48-CFBD-4D7D-B30D-5233191D4AD7}">
      <dgm:prSet/>
      <dgm:spPr/>
      <dgm:t>
        <a:bodyPr/>
        <a:lstStyle/>
        <a:p>
          <a:endParaRPr lang="en-US"/>
        </a:p>
      </dgm:t>
    </dgm:pt>
    <dgm:pt modelId="{E2C29232-0D07-47F3-BBFC-40C8487AA438}" type="sibTrans" cxnId="{C52C1A48-CFBD-4D7D-B30D-5233191D4AD7}">
      <dgm:prSet/>
      <dgm:spPr/>
      <dgm:t>
        <a:bodyPr/>
        <a:lstStyle/>
        <a:p>
          <a:endParaRPr lang="en-US"/>
        </a:p>
      </dgm:t>
    </dgm:pt>
    <dgm:pt modelId="{1E368F4D-A1DF-44CE-B4C9-1366419F18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These features are measurable and objective</a:t>
          </a:r>
        </a:p>
      </dgm:t>
    </dgm:pt>
    <dgm:pt modelId="{949B8D90-D152-4214-BA39-B4B630B27622}" type="parTrans" cxnId="{D09B4452-C500-4FF9-AAEE-B5AFAAC18188}">
      <dgm:prSet/>
      <dgm:spPr/>
      <dgm:t>
        <a:bodyPr/>
        <a:lstStyle/>
        <a:p>
          <a:endParaRPr lang="en-US"/>
        </a:p>
      </dgm:t>
    </dgm:pt>
    <dgm:pt modelId="{4EE05E67-31B2-4B0A-97E5-027D95D5C6AE}" type="sibTrans" cxnId="{D09B4452-C500-4FF9-AAEE-B5AFAAC18188}">
      <dgm:prSet/>
      <dgm:spPr/>
      <dgm:t>
        <a:bodyPr/>
        <a:lstStyle/>
        <a:p>
          <a:endParaRPr lang="en-US"/>
        </a:p>
      </dgm:t>
    </dgm:pt>
    <dgm:pt modelId="{3982E27F-F838-45F8-B2E4-F22AEDBB5146}" type="pres">
      <dgm:prSet presAssocID="{33BD6183-54CA-4866-A5CE-EF6A7CB08E5F}" presName="root" presStyleCnt="0">
        <dgm:presLayoutVars>
          <dgm:dir/>
          <dgm:resizeHandles val="exact"/>
        </dgm:presLayoutVars>
      </dgm:prSet>
      <dgm:spPr/>
    </dgm:pt>
    <dgm:pt modelId="{4DE28D16-A578-4E86-98B9-EFAF41F02C29}" type="pres">
      <dgm:prSet presAssocID="{BCC0F3B8-A645-4AE4-A743-428CC65676ED}" presName="compNode" presStyleCnt="0"/>
      <dgm:spPr/>
    </dgm:pt>
    <dgm:pt modelId="{CFEC49B3-2D09-42AB-9893-3F9571F7ADA0}" type="pres">
      <dgm:prSet presAssocID="{BCC0F3B8-A645-4AE4-A743-428CC65676ED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e"/>
        </a:ext>
      </dgm:extLst>
    </dgm:pt>
    <dgm:pt modelId="{44521475-3A84-4AF9-9B0A-233B696E975B}" type="pres">
      <dgm:prSet presAssocID="{BCC0F3B8-A645-4AE4-A743-428CC65676ED}" presName="spaceRect" presStyleCnt="0"/>
      <dgm:spPr/>
    </dgm:pt>
    <dgm:pt modelId="{9909355D-D517-477A-BA74-E7D9CCD496CC}" type="pres">
      <dgm:prSet presAssocID="{BCC0F3B8-A645-4AE4-A743-428CC65676ED}" presName="textRect" presStyleLbl="revTx" presStyleIdx="0" presStyleCnt="6">
        <dgm:presLayoutVars>
          <dgm:chMax val="1"/>
          <dgm:chPref val="1"/>
        </dgm:presLayoutVars>
      </dgm:prSet>
      <dgm:spPr/>
    </dgm:pt>
    <dgm:pt modelId="{ED920301-16AB-4E39-BFC9-57E27C59BE34}" type="pres">
      <dgm:prSet presAssocID="{CCB5D23C-6C75-4545-92B4-6EB8895E6102}" presName="sibTrans" presStyleCnt="0"/>
      <dgm:spPr/>
    </dgm:pt>
    <dgm:pt modelId="{650C7092-E4E7-4D8F-9DA3-1C75C3705589}" type="pres">
      <dgm:prSet presAssocID="{A9B1E7A5-B9C6-46CC-A568-C4B90C1028EE}" presName="compNode" presStyleCnt="0"/>
      <dgm:spPr/>
    </dgm:pt>
    <dgm:pt modelId="{0AF1934C-D1C1-48A6-BE35-F06E67564C83}" type="pres">
      <dgm:prSet presAssocID="{A9B1E7A5-B9C6-46CC-A568-C4B90C1028EE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7604E632-5421-49F2-81A4-968502F995E3}" type="pres">
      <dgm:prSet presAssocID="{A9B1E7A5-B9C6-46CC-A568-C4B90C1028EE}" presName="spaceRect" presStyleCnt="0"/>
      <dgm:spPr/>
    </dgm:pt>
    <dgm:pt modelId="{8E600FDF-9CDB-4AA4-A0A8-A044DCD58684}" type="pres">
      <dgm:prSet presAssocID="{A9B1E7A5-B9C6-46CC-A568-C4B90C1028EE}" presName="textRect" presStyleLbl="revTx" presStyleIdx="1" presStyleCnt="6">
        <dgm:presLayoutVars>
          <dgm:chMax val="1"/>
          <dgm:chPref val="1"/>
        </dgm:presLayoutVars>
      </dgm:prSet>
      <dgm:spPr/>
    </dgm:pt>
    <dgm:pt modelId="{8DEEEC39-DD7C-45CD-BFCE-0B00C88D8D87}" type="pres">
      <dgm:prSet presAssocID="{B8A80E9B-2CE6-40F2-B12C-EE6F7ED86CDB}" presName="sibTrans" presStyleCnt="0"/>
      <dgm:spPr/>
    </dgm:pt>
    <dgm:pt modelId="{632B96D4-1A47-45F7-A46E-005E899959E3}" type="pres">
      <dgm:prSet presAssocID="{5EA09838-7AD0-4A60-AA05-3C12E9D72CD3}" presName="compNode" presStyleCnt="0"/>
      <dgm:spPr/>
    </dgm:pt>
    <dgm:pt modelId="{33A59675-1FCE-4DAD-ACD5-0C4C81A9606E}" type="pres">
      <dgm:prSet presAssocID="{5EA09838-7AD0-4A60-AA05-3C12E9D72CD3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nut"/>
        </a:ext>
      </dgm:extLst>
    </dgm:pt>
    <dgm:pt modelId="{463E48BB-D03E-490C-8870-053FA7735A49}" type="pres">
      <dgm:prSet presAssocID="{5EA09838-7AD0-4A60-AA05-3C12E9D72CD3}" presName="spaceRect" presStyleCnt="0"/>
      <dgm:spPr/>
    </dgm:pt>
    <dgm:pt modelId="{DA49E786-9FA9-4E56-B54D-E2027AE02AC9}" type="pres">
      <dgm:prSet presAssocID="{5EA09838-7AD0-4A60-AA05-3C12E9D72CD3}" presName="textRect" presStyleLbl="revTx" presStyleIdx="2" presStyleCnt="6">
        <dgm:presLayoutVars>
          <dgm:chMax val="1"/>
          <dgm:chPref val="1"/>
        </dgm:presLayoutVars>
      </dgm:prSet>
      <dgm:spPr/>
    </dgm:pt>
    <dgm:pt modelId="{0DE35106-4A08-4B15-BD74-F2C27D91FD59}" type="pres">
      <dgm:prSet presAssocID="{8324D4B8-20A8-4846-9005-7EF9861EE282}" presName="sibTrans" presStyleCnt="0"/>
      <dgm:spPr/>
    </dgm:pt>
    <dgm:pt modelId="{8EFFFE9B-7B17-44F2-914C-6C9D2F541A08}" type="pres">
      <dgm:prSet presAssocID="{C3B8A01D-D5C5-46B7-85DE-63AE291F1F61}" presName="compNode" presStyleCnt="0"/>
      <dgm:spPr/>
    </dgm:pt>
    <dgm:pt modelId="{280158C7-8A31-4A16-99A7-F34FBAA77C01}" type="pres">
      <dgm:prSet presAssocID="{C3B8A01D-D5C5-46B7-85DE-63AE291F1F61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"/>
        </a:ext>
      </dgm:extLst>
    </dgm:pt>
    <dgm:pt modelId="{57D8228F-BE1C-4F4D-A4C4-DBDF24B57839}" type="pres">
      <dgm:prSet presAssocID="{C3B8A01D-D5C5-46B7-85DE-63AE291F1F61}" presName="spaceRect" presStyleCnt="0"/>
      <dgm:spPr/>
    </dgm:pt>
    <dgm:pt modelId="{10E6A571-FEFF-4C19-9B2D-2B8C4D7DFA09}" type="pres">
      <dgm:prSet presAssocID="{C3B8A01D-D5C5-46B7-85DE-63AE291F1F61}" presName="textRect" presStyleLbl="revTx" presStyleIdx="3" presStyleCnt="6">
        <dgm:presLayoutVars>
          <dgm:chMax val="1"/>
          <dgm:chPref val="1"/>
        </dgm:presLayoutVars>
      </dgm:prSet>
      <dgm:spPr/>
    </dgm:pt>
    <dgm:pt modelId="{3B88140B-8237-4B35-87A7-8C8D5E84B112}" type="pres">
      <dgm:prSet presAssocID="{35C23D85-4719-4FBF-9A1B-ED520713A5F4}" presName="sibTrans" presStyleCnt="0"/>
      <dgm:spPr/>
    </dgm:pt>
    <dgm:pt modelId="{42853D32-188D-4EFE-92A3-25E3B38767B2}" type="pres">
      <dgm:prSet presAssocID="{1FA47D1E-8877-446C-8D31-52B1345FDB0E}" presName="compNode" presStyleCnt="0"/>
      <dgm:spPr/>
    </dgm:pt>
    <dgm:pt modelId="{4BF7DC0F-FA9C-4CEF-8307-624CF6B77E2E}" type="pres">
      <dgm:prSet presAssocID="{1FA47D1E-8877-446C-8D31-52B1345FDB0E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D34EEACE-7025-4534-870E-24C8D1D323AD}" type="pres">
      <dgm:prSet presAssocID="{1FA47D1E-8877-446C-8D31-52B1345FDB0E}" presName="spaceRect" presStyleCnt="0"/>
      <dgm:spPr/>
    </dgm:pt>
    <dgm:pt modelId="{0E889BD0-6B22-4893-93C6-E84B0B7AD283}" type="pres">
      <dgm:prSet presAssocID="{1FA47D1E-8877-446C-8D31-52B1345FDB0E}" presName="textRect" presStyleLbl="revTx" presStyleIdx="4" presStyleCnt="6">
        <dgm:presLayoutVars>
          <dgm:chMax val="1"/>
          <dgm:chPref val="1"/>
        </dgm:presLayoutVars>
      </dgm:prSet>
      <dgm:spPr/>
    </dgm:pt>
    <dgm:pt modelId="{DEE4E445-8DC3-496D-B0D0-94ED42309D03}" type="pres">
      <dgm:prSet presAssocID="{E2C29232-0D07-47F3-BBFC-40C8487AA438}" presName="sibTrans" presStyleCnt="0"/>
      <dgm:spPr/>
    </dgm:pt>
    <dgm:pt modelId="{E414BDA0-2ACC-4B35-8491-8A6DA6CF7193}" type="pres">
      <dgm:prSet presAssocID="{1E368F4D-A1DF-44CE-B4C9-1366419F1829}" presName="compNode" presStyleCnt="0"/>
      <dgm:spPr/>
    </dgm:pt>
    <dgm:pt modelId="{D471DFE4-A8CB-430A-B105-69F73922626E}" type="pres">
      <dgm:prSet presAssocID="{1E368F4D-A1DF-44CE-B4C9-1366419F1829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027EF99-FB73-4CCA-81D5-493E55A55977}" type="pres">
      <dgm:prSet presAssocID="{1E368F4D-A1DF-44CE-B4C9-1366419F1829}" presName="spaceRect" presStyleCnt="0"/>
      <dgm:spPr/>
    </dgm:pt>
    <dgm:pt modelId="{CEB7FB9C-95D9-4F2B-AE58-66751C59F6DD}" type="pres">
      <dgm:prSet presAssocID="{1E368F4D-A1DF-44CE-B4C9-1366419F182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40F5618-A2E7-43FD-ABE9-FC5B8345899B}" type="presOf" srcId="{1FA47D1E-8877-446C-8D31-52B1345FDB0E}" destId="{0E889BD0-6B22-4893-93C6-E84B0B7AD283}" srcOrd="0" destOrd="0" presId="urn:microsoft.com/office/officeart/2018/2/layout/IconLabelList"/>
    <dgm:cxn modelId="{79AC802E-B926-4373-B8B5-2533DC86D300}" type="presOf" srcId="{5EA09838-7AD0-4A60-AA05-3C12E9D72CD3}" destId="{DA49E786-9FA9-4E56-B54D-E2027AE02AC9}" srcOrd="0" destOrd="0" presId="urn:microsoft.com/office/officeart/2018/2/layout/IconLabelList"/>
    <dgm:cxn modelId="{38A2773C-B47D-4428-A016-F18F496A05D9}" type="presOf" srcId="{1E368F4D-A1DF-44CE-B4C9-1366419F1829}" destId="{CEB7FB9C-95D9-4F2B-AE58-66751C59F6DD}" srcOrd="0" destOrd="0" presId="urn:microsoft.com/office/officeart/2018/2/layout/IconLabelList"/>
    <dgm:cxn modelId="{C392D860-A03B-48D0-8031-11EC6AF74068}" type="presOf" srcId="{33BD6183-54CA-4866-A5CE-EF6A7CB08E5F}" destId="{3982E27F-F838-45F8-B2E4-F22AEDBB5146}" srcOrd="0" destOrd="0" presId="urn:microsoft.com/office/officeart/2018/2/layout/IconLabelList"/>
    <dgm:cxn modelId="{C52C1A48-CFBD-4D7D-B30D-5233191D4AD7}" srcId="{33BD6183-54CA-4866-A5CE-EF6A7CB08E5F}" destId="{1FA47D1E-8877-446C-8D31-52B1345FDB0E}" srcOrd="4" destOrd="0" parTransId="{7905118C-9697-4FC0-A928-0CA6CE07C02C}" sibTransId="{E2C29232-0D07-47F3-BBFC-40C8487AA438}"/>
    <dgm:cxn modelId="{D09B4452-C500-4FF9-AAEE-B5AFAAC18188}" srcId="{33BD6183-54CA-4866-A5CE-EF6A7CB08E5F}" destId="{1E368F4D-A1DF-44CE-B4C9-1366419F1829}" srcOrd="5" destOrd="0" parTransId="{949B8D90-D152-4214-BA39-B4B630B27622}" sibTransId="{4EE05E67-31B2-4B0A-97E5-027D95D5C6AE}"/>
    <dgm:cxn modelId="{ECFCC59F-F40C-42E8-AAE7-79FDA63A3F17}" srcId="{33BD6183-54CA-4866-A5CE-EF6A7CB08E5F}" destId="{BCC0F3B8-A645-4AE4-A743-428CC65676ED}" srcOrd="0" destOrd="0" parTransId="{CB27D8ED-034B-4632-84E4-7C2A48596001}" sibTransId="{CCB5D23C-6C75-4545-92B4-6EB8895E6102}"/>
    <dgm:cxn modelId="{2F3394A7-A556-4838-9CE6-081C8C8033E3}" srcId="{33BD6183-54CA-4866-A5CE-EF6A7CB08E5F}" destId="{A9B1E7A5-B9C6-46CC-A568-C4B90C1028EE}" srcOrd="1" destOrd="0" parTransId="{B133214B-C103-448A-9840-DFF4F6D5102E}" sibTransId="{B8A80E9B-2CE6-40F2-B12C-EE6F7ED86CDB}"/>
    <dgm:cxn modelId="{08D3B7AE-A849-448E-83E8-343E614F0950}" type="presOf" srcId="{A9B1E7A5-B9C6-46CC-A568-C4B90C1028EE}" destId="{8E600FDF-9CDB-4AA4-A0A8-A044DCD58684}" srcOrd="0" destOrd="0" presId="urn:microsoft.com/office/officeart/2018/2/layout/IconLabelList"/>
    <dgm:cxn modelId="{CF19D3C1-C5B9-4999-932B-340C041B46DE}" srcId="{33BD6183-54CA-4866-A5CE-EF6A7CB08E5F}" destId="{5EA09838-7AD0-4A60-AA05-3C12E9D72CD3}" srcOrd="2" destOrd="0" parTransId="{35230FDC-9FBC-4F38-B4F2-45F645157AD6}" sibTransId="{8324D4B8-20A8-4846-9005-7EF9861EE282}"/>
    <dgm:cxn modelId="{3F9A50C6-A33B-4928-BA81-87103E7717DD}" srcId="{33BD6183-54CA-4866-A5CE-EF6A7CB08E5F}" destId="{C3B8A01D-D5C5-46B7-85DE-63AE291F1F61}" srcOrd="3" destOrd="0" parTransId="{D775D228-E1CD-4B59-9168-F44ABC9E8183}" sibTransId="{35C23D85-4719-4FBF-9A1B-ED520713A5F4}"/>
    <dgm:cxn modelId="{3DC94BDB-15BF-429C-B868-D4E5D798E7B5}" type="presOf" srcId="{BCC0F3B8-A645-4AE4-A743-428CC65676ED}" destId="{9909355D-D517-477A-BA74-E7D9CCD496CC}" srcOrd="0" destOrd="0" presId="urn:microsoft.com/office/officeart/2018/2/layout/IconLabelList"/>
    <dgm:cxn modelId="{384669F5-6EAB-4B67-A8EC-E7230EC64C60}" type="presOf" srcId="{C3B8A01D-D5C5-46B7-85DE-63AE291F1F61}" destId="{10E6A571-FEFF-4C19-9B2D-2B8C4D7DFA09}" srcOrd="0" destOrd="0" presId="urn:microsoft.com/office/officeart/2018/2/layout/IconLabelList"/>
    <dgm:cxn modelId="{4D7C3DB3-0524-4ACF-BF0E-113CDD281B5F}" type="presParOf" srcId="{3982E27F-F838-45F8-B2E4-F22AEDBB5146}" destId="{4DE28D16-A578-4E86-98B9-EFAF41F02C29}" srcOrd="0" destOrd="0" presId="urn:microsoft.com/office/officeart/2018/2/layout/IconLabelList"/>
    <dgm:cxn modelId="{2E68F16D-2C2B-406C-88F3-CA261F99ECFB}" type="presParOf" srcId="{4DE28D16-A578-4E86-98B9-EFAF41F02C29}" destId="{CFEC49B3-2D09-42AB-9893-3F9571F7ADA0}" srcOrd="0" destOrd="0" presId="urn:microsoft.com/office/officeart/2018/2/layout/IconLabelList"/>
    <dgm:cxn modelId="{0D0DA779-7D8A-4DE8-8829-80E0BB15BFF1}" type="presParOf" srcId="{4DE28D16-A578-4E86-98B9-EFAF41F02C29}" destId="{44521475-3A84-4AF9-9B0A-233B696E975B}" srcOrd="1" destOrd="0" presId="urn:microsoft.com/office/officeart/2018/2/layout/IconLabelList"/>
    <dgm:cxn modelId="{65326EFF-79A0-4585-AEA5-3FBFD38441F5}" type="presParOf" srcId="{4DE28D16-A578-4E86-98B9-EFAF41F02C29}" destId="{9909355D-D517-477A-BA74-E7D9CCD496CC}" srcOrd="2" destOrd="0" presId="urn:microsoft.com/office/officeart/2018/2/layout/IconLabelList"/>
    <dgm:cxn modelId="{909333FC-0175-4A25-AF35-1C8FA43936FB}" type="presParOf" srcId="{3982E27F-F838-45F8-B2E4-F22AEDBB5146}" destId="{ED920301-16AB-4E39-BFC9-57E27C59BE34}" srcOrd="1" destOrd="0" presId="urn:microsoft.com/office/officeart/2018/2/layout/IconLabelList"/>
    <dgm:cxn modelId="{F800C1CF-63AA-472B-86A8-04D1E1258DBC}" type="presParOf" srcId="{3982E27F-F838-45F8-B2E4-F22AEDBB5146}" destId="{650C7092-E4E7-4D8F-9DA3-1C75C3705589}" srcOrd="2" destOrd="0" presId="urn:microsoft.com/office/officeart/2018/2/layout/IconLabelList"/>
    <dgm:cxn modelId="{E346A76A-FEB5-4779-9976-3EBC7A90EFE9}" type="presParOf" srcId="{650C7092-E4E7-4D8F-9DA3-1C75C3705589}" destId="{0AF1934C-D1C1-48A6-BE35-F06E67564C83}" srcOrd="0" destOrd="0" presId="urn:microsoft.com/office/officeart/2018/2/layout/IconLabelList"/>
    <dgm:cxn modelId="{5937C237-4D6C-45FA-840F-E8A7D00E7758}" type="presParOf" srcId="{650C7092-E4E7-4D8F-9DA3-1C75C3705589}" destId="{7604E632-5421-49F2-81A4-968502F995E3}" srcOrd="1" destOrd="0" presId="urn:microsoft.com/office/officeart/2018/2/layout/IconLabelList"/>
    <dgm:cxn modelId="{98AE3FEB-95EE-4EEC-B5E3-AE659A45FE03}" type="presParOf" srcId="{650C7092-E4E7-4D8F-9DA3-1C75C3705589}" destId="{8E600FDF-9CDB-4AA4-A0A8-A044DCD58684}" srcOrd="2" destOrd="0" presId="urn:microsoft.com/office/officeart/2018/2/layout/IconLabelList"/>
    <dgm:cxn modelId="{18C5F083-B998-4D2A-B609-DF31A57C484A}" type="presParOf" srcId="{3982E27F-F838-45F8-B2E4-F22AEDBB5146}" destId="{8DEEEC39-DD7C-45CD-BFCE-0B00C88D8D87}" srcOrd="3" destOrd="0" presId="urn:microsoft.com/office/officeart/2018/2/layout/IconLabelList"/>
    <dgm:cxn modelId="{95712142-B491-4D08-905B-C26FA40D47A8}" type="presParOf" srcId="{3982E27F-F838-45F8-B2E4-F22AEDBB5146}" destId="{632B96D4-1A47-45F7-A46E-005E899959E3}" srcOrd="4" destOrd="0" presId="urn:microsoft.com/office/officeart/2018/2/layout/IconLabelList"/>
    <dgm:cxn modelId="{8E26FC9F-B2AC-474C-AB15-66B1D77CD3EC}" type="presParOf" srcId="{632B96D4-1A47-45F7-A46E-005E899959E3}" destId="{33A59675-1FCE-4DAD-ACD5-0C4C81A9606E}" srcOrd="0" destOrd="0" presId="urn:microsoft.com/office/officeart/2018/2/layout/IconLabelList"/>
    <dgm:cxn modelId="{DD0B4636-2402-41DC-B68B-E332B26AC305}" type="presParOf" srcId="{632B96D4-1A47-45F7-A46E-005E899959E3}" destId="{463E48BB-D03E-490C-8870-053FA7735A49}" srcOrd="1" destOrd="0" presId="urn:microsoft.com/office/officeart/2018/2/layout/IconLabelList"/>
    <dgm:cxn modelId="{E5715C87-77E3-4E85-9E61-336A48FEABC7}" type="presParOf" srcId="{632B96D4-1A47-45F7-A46E-005E899959E3}" destId="{DA49E786-9FA9-4E56-B54D-E2027AE02AC9}" srcOrd="2" destOrd="0" presId="urn:microsoft.com/office/officeart/2018/2/layout/IconLabelList"/>
    <dgm:cxn modelId="{18A5D231-A120-4D3D-9792-694D159EA0B2}" type="presParOf" srcId="{3982E27F-F838-45F8-B2E4-F22AEDBB5146}" destId="{0DE35106-4A08-4B15-BD74-F2C27D91FD59}" srcOrd="5" destOrd="0" presId="urn:microsoft.com/office/officeart/2018/2/layout/IconLabelList"/>
    <dgm:cxn modelId="{859CA82E-02FF-4BC4-AF32-30DC202466E4}" type="presParOf" srcId="{3982E27F-F838-45F8-B2E4-F22AEDBB5146}" destId="{8EFFFE9B-7B17-44F2-914C-6C9D2F541A08}" srcOrd="6" destOrd="0" presId="urn:microsoft.com/office/officeart/2018/2/layout/IconLabelList"/>
    <dgm:cxn modelId="{E2EE926E-7FBF-4752-BB75-5F53A63B31BE}" type="presParOf" srcId="{8EFFFE9B-7B17-44F2-914C-6C9D2F541A08}" destId="{280158C7-8A31-4A16-99A7-F34FBAA77C01}" srcOrd="0" destOrd="0" presId="urn:microsoft.com/office/officeart/2018/2/layout/IconLabelList"/>
    <dgm:cxn modelId="{6B5AB04E-F92F-4D87-B214-720F9D7728E5}" type="presParOf" srcId="{8EFFFE9B-7B17-44F2-914C-6C9D2F541A08}" destId="{57D8228F-BE1C-4F4D-A4C4-DBDF24B57839}" srcOrd="1" destOrd="0" presId="urn:microsoft.com/office/officeart/2018/2/layout/IconLabelList"/>
    <dgm:cxn modelId="{1F4BB2D2-F8FA-42AC-9A3A-3813A3B9C062}" type="presParOf" srcId="{8EFFFE9B-7B17-44F2-914C-6C9D2F541A08}" destId="{10E6A571-FEFF-4C19-9B2D-2B8C4D7DFA09}" srcOrd="2" destOrd="0" presId="urn:microsoft.com/office/officeart/2018/2/layout/IconLabelList"/>
    <dgm:cxn modelId="{1EAC4A87-9FC0-4788-A940-9F1C4C0E18C0}" type="presParOf" srcId="{3982E27F-F838-45F8-B2E4-F22AEDBB5146}" destId="{3B88140B-8237-4B35-87A7-8C8D5E84B112}" srcOrd="7" destOrd="0" presId="urn:microsoft.com/office/officeart/2018/2/layout/IconLabelList"/>
    <dgm:cxn modelId="{D5D13A5A-4EC8-4B7C-B497-9C39053DEEA9}" type="presParOf" srcId="{3982E27F-F838-45F8-B2E4-F22AEDBB5146}" destId="{42853D32-188D-4EFE-92A3-25E3B38767B2}" srcOrd="8" destOrd="0" presId="urn:microsoft.com/office/officeart/2018/2/layout/IconLabelList"/>
    <dgm:cxn modelId="{DDD997BC-11AE-4EEF-8E6B-DA6F4A9B64B5}" type="presParOf" srcId="{42853D32-188D-4EFE-92A3-25E3B38767B2}" destId="{4BF7DC0F-FA9C-4CEF-8307-624CF6B77E2E}" srcOrd="0" destOrd="0" presId="urn:microsoft.com/office/officeart/2018/2/layout/IconLabelList"/>
    <dgm:cxn modelId="{6C319B0F-B81F-4B47-AEFE-93998ADB4E99}" type="presParOf" srcId="{42853D32-188D-4EFE-92A3-25E3B38767B2}" destId="{D34EEACE-7025-4534-870E-24C8D1D323AD}" srcOrd="1" destOrd="0" presId="urn:microsoft.com/office/officeart/2018/2/layout/IconLabelList"/>
    <dgm:cxn modelId="{77BDF86B-873F-4530-9167-B04A88765750}" type="presParOf" srcId="{42853D32-188D-4EFE-92A3-25E3B38767B2}" destId="{0E889BD0-6B22-4893-93C6-E84B0B7AD283}" srcOrd="2" destOrd="0" presId="urn:microsoft.com/office/officeart/2018/2/layout/IconLabelList"/>
    <dgm:cxn modelId="{7CEB038B-3AA1-42F0-A7A6-136DBC48E56C}" type="presParOf" srcId="{3982E27F-F838-45F8-B2E4-F22AEDBB5146}" destId="{DEE4E445-8DC3-496D-B0D0-94ED42309D03}" srcOrd="9" destOrd="0" presId="urn:microsoft.com/office/officeart/2018/2/layout/IconLabelList"/>
    <dgm:cxn modelId="{E9606B3B-D414-4093-B3D0-A4DC41692DD9}" type="presParOf" srcId="{3982E27F-F838-45F8-B2E4-F22AEDBB5146}" destId="{E414BDA0-2ACC-4B35-8491-8A6DA6CF7193}" srcOrd="10" destOrd="0" presId="urn:microsoft.com/office/officeart/2018/2/layout/IconLabelList"/>
    <dgm:cxn modelId="{3D653C14-8800-4022-A143-E6F04A8E5D04}" type="presParOf" srcId="{E414BDA0-2ACC-4B35-8491-8A6DA6CF7193}" destId="{D471DFE4-A8CB-430A-B105-69F73922626E}" srcOrd="0" destOrd="0" presId="urn:microsoft.com/office/officeart/2018/2/layout/IconLabelList"/>
    <dgm:cxn modelId="{445FAF72-6182-4CAF-8198-5942ED53CAF5}" type="presParOf" srcId="{E414BDA0-2ACC-4B35-8491-8A6DA6CF7193}" destId="{5027EF99-FB73-4CCA-81D5-493E55A55977}" srcOrd="1" destOrd="0" presId="urn:microsoft.com/office/officeart/2018/2/layout/IconLabelList"/>
    <dgm:cxn modelId="{7F23FE9B-541C-47BB-B997-38CF129E33FF}" type="presParOf" srcId="{E414BDA0-2ACC-4B35-8491-8A6DA6CF7193}" destId="{CEB7FB9C-95D9-4F2B-AE58-66751C59F6D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1F4C42-F59C-4755-AF77-A96B9DFA600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4BCFDA-586B-42A7-8481-83D94399F3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Original target: Quality score (0–10) </a:t>
          </a:r>
        </a:p>
      </dgm:t>
    </dgm:pt>
    <dgm:pt modelId="{D241BC1D-5391-4CD1-A6FC-4E17C4EF1FEB}" type="parTrans" cxnId="{976DD5D9-72EA-448D-8409-6F41AB27F592}">
      <dgm:prSet/>
      <dgm:spPr/>
      <dgm:t>
        <a:bodyPr/>
        <a:lstStyle/>
        <a:p>
          <a:endParaRPr lang="en-US"/>
        </a:p>
      </dgm:t>
    </dgm:pt>
    <dgm:pt modelId="{B09D17F0-6D8C-4AE9-9B0B-F62F5A36D975}" type="sibTrans" cxnId="{976DD5D9-72EA-448D-8409-6F41AB27F59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4BE0766-8F2E-4A6D-8E5D-1C5812A0BF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Converted into binary classification </a:t>
          </a:r>
        </a:p>
      </dgm:t>
    </dgm:pt>
    <dgm:pt modelId="{D468C9D3-F988-409A-9028-ACEF670AF574}" type="parTrans" cxnId="{327563AB-DD39-48D7-A8CC-CDFE75A210D0}">
      <dgm:prSet/>
      <dgm:spPr/>
      <dgm:t>
        <a:bodyPr/>
        <a:lstStyle/>
        <a:p>
          <a:endParaRPr lang="en-US"/>
        </a:p>
      </dgm:t>
    </dgm:pt>
    <dgm:pt modelId="{BAB2481F-E984-4265-9E3D-D9135B301637}" type="sibTrans" cxnId="{327563AB-DD39-48D7-A8CC-CDFE75A210D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216D20D-05BD-4773-A491-A61D0BE044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Good Quality → quality ≥ 7</a:t>
          </a:r>
          <a:br>
            <a:rPr lang="en-US"/>
          </a:br>
          <a:r>
            <a:rPr lang="en-US" b="1"/>
            <a:t>Not Good Quality → quality &lt; 7</a:t>
          </a:r>
          <a:endParaRPr lang="en-US"/>
        </a:p>
      </dgm:t>
    </dgm:pt>
    <dgm:pt modelId="{E9C69ECC-D336-40B0-985B-58C1443DDD28}" type="parTrans" cxnId="{83222959-7EDC-40F0-9A37-A98CE6166A88}">
      <dgm:prSet/>
      <dgm:spPr/>
      <dgm:t>
        <a:bodyPr/>
        <a:lstStyle/>
        <a:p>
          <a:endParaRPr lang="en-US"/>
        </a:p>
      </dgm:t>
    </dgm:pt>
    <dgm:pt modelId="{1D947EA9-F33C-4E54-AEF3-AB357DD7E7CF}" type="sibTrans" cxnId="{83222959-7EDC-40F0-9A37-A98CE6166A8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9D11D7D-CA03-4645-98D9-567B504408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Simplifies prediction and improves model performance</a:t>
          </a:r>
        </a:p>
      </dgm:t>
    </dgm:pt>
    <dgm:pt modelId="{E1A9A3E6-E622-4CB4-AA52-6CD25A56483F}" type="parTrans" cxnId="{24F0B3FB-729E-484A-A19C-BC32398C291C}">
      <dgm:prSet/>
      <dgm:spPr/>
      <dgm:t>
        <a:bodyPr/>
        <a:lstStyle/>
        <a:p>
          <a:endParaRPr lang="en-US"/>
        </a:p>
      </dgm:t>
    </dgm:pt>
    <dgm:pt modelId="{0680D2CA-9EF2-49C4-B66E-9B1BB05FEDC9}" type="sibTrans" cxnId="{24F0B3FB-729E-484A-A19C-BC32398C291C}">
      <dgm:prSet/>
      <dgm:spPr/>
      <dgm:t>
        <a:bodyPr/>
        <a:lstStyle/>
        <a:p>
          <a:endParaRPr lang="en-US"/>
        </a:p>
      </dgm:t>
    </dgm:pt>
    <dgm:pt modelId="{105CD60C-8744-49A5-BD57-ADDA3932A16D}" type="pres">
      <dgm:prSet presAssocID="{861F4C42-F59C-4755-AF77-A96B9DFA6000}" presName="root" presStyleCnt="0">
        <dgm:presLayoutVars>
          <dgm:dir/>
          <dgm:resizeHandles val="exact"/>
        </dgm:presLayoutVars>
      </dgm:prSet>
      <dgm:spPr/>
    </dgm:pt>
    <dgm:pt modelId="{C7DE172D-DA1A-439F-81CA-0E56E46A97F5}" type="pres">
      <dgm:prSet presAssocID="{861F4C42-F59C-4755-AF77-A96B9DFA6000}" presName="container" presStyleCnt="0">
        <dgm:presLayoutVars>
          <dgm:dir/>
          <dgm:resizeHandles val="exact"/>
        </dgm:presLayoutVars>
      </dgm:prSet>
      <dgm:spPr/>
    </dgm:pt>
    <dgm:pt modelId="{0C0EB8A4-9304-48FE-B37E-7008BF01D754}" type="pres">
      <dgm:prSet presAssocID="{0E4BCFDA-586B-42A7-8481-83D94399F3C4}" presName="compNode" presStyleCnt="0"/>
      <dgm:spPr/>
    </dgm:pt>
    <dgm:pt modelId="{85A32C81-05CE-4C22-9446-1B9F5D5BE90D}" type="pres">
      <dgm:prSet presAssocID="{0E4BCFDA-586B-42A7-8481-83D94399F3C4}" presName="iconBgRect" presStyleLbl="bgShp" presStyleIdx="0" presStyleCnt="4"/>
      <dgm:spPr/>
    </dgm:pt>
    <dgm:pt modelId="{DA617B1A-15EC-468B-BCD2-81B581853ADC}" type="pres">
      <dgm:prSet presAssocID="{0E4BCFDA-586B-42A7-8481-83D94399F3C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18289FF-6AF0-47DA-BC0A-F3D1C47FAEAF}" type="pres">
      <dgm:prSet presAssocID="{0E4BCFDA-586B-42A7-8481-83D94399F3C4}" presName="spaceRect" presStyleCnt="0"/>
      <dgm:spPr/>
    </dgm:pt>
    <dgm:pt modelId="{05E19F70-8F17-4A6D-AB9F-11D80B5F4580}" type="pres">
      <dgm:prSet presAssocID="{0E4BCFDA-586B-42A7-8481-83D94399F3C4}" presName="textRect" presStyleLbl="revTx" presStyleIdx="0" presStyleCnt="4">
        <dgm:presLayoutVars>
          <dgm:chMax val="1"/>
          <dgm:chPref val="1"/>
        </dgm:presLayoutVars>
      </dgm:prSet>
      <dgm:spPr/>
    </dgm:pt>
    <dgm:pt modelId="{ADC5434F-C55B-4657-B854-70FBE683525A}" type="pres">
      <dgm:prSet presAssocID="{B09D17F0-6D8C-4AE9-9B0B-F62F5A36D975}" presName="sibTrans" presStyleLbl="sibTrans2D1" presStyleIdx="0" presStyleCnt="0"/>
      <dgm:spPr/>
    </dgm:pt>
    <dgm:pt modelId="{7C96F3DF-7D90-4CD7-8CF4-025E45FEB667}" type="pres">
      <dgm:prSet presAssocID="{94BE0766-8F2E-4A6D-8E5D-1C5812A0BFE1}" presName="compNode" presStyleCnt="0"/>
      <dgm:spPr/>
    </dgm:pt>
    <dgm:pt modelId="{6A338F62-84AE-43E8-90B3-DF8E5FADBB1F}" type="pres">
      <dgm:prSet presAssocID="{94BE0766-8F2E-4A6D-8E5D-1C5812A0BFE1}" presName="iconBgRect" presStyleLbl="bgShp" presStyleIdx="1" presStyleCnt="4"/>
      <dgm:spPr/>
    </dgm:pt>
    <dgm:pt modelId="{4C8870F6-BFFF-4153-B617-43098BCD1FFF}" type="pres">
      <dgm:prSet presAssocID="{94BE0766-8F2E-4A6D-8E5D-1C5812A0BFE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B47B719-F6A2-497B-A5AD-616D0192C465}" type="pres">
      <dgm:prSet presAssocID="{94BE0766-8F2E-4A6D-8E5D-1C5812A0BFE1}" presName="spaceRect" presStyleCnt="0"/>
      <dgm:spPr/>
    </dgm:pt>
    <dgm:pt modelId="{254954F7-9F85-4A71-9649-EAEA9A06A77B}" type="pres">
      <dgm:prSet presAssocID="{94BE0766-8F2E-4A6D-8E5D-1C5812A0BFE1}" presName="textRect" presStyleLbl="revTx" presStyleIdx="1" presStyleCnt="4">
        <dgm:presLayoutVars>
          <dgm:chMax val="1"/>
          <dgm:chPref val="1"/>
        </dgm:presLayoutVars>
      </dgm:prSet>
      <dgm:spPr/>
    </dgm:pt>
    <dgm:pt modelId="{CA8B6BEA-BC9C-4FF0-9B24-D518F91843BB}" type="pres">
      <dgm:prSet presAssocID="{BAB2481F-E984-4265-9E3D-D9135B301637}" presName="sibTrans" presStyleLbl="sibTrans2D1" presStyleIdx="0" presStyleCnt="0"/>
      <dgm:spPr/>
    </dgm:pt>
    <dgm:pt modelId="{7281C8F7-9EAE-43FD-8820-DCFB3CBFDB4D}" type="pres">
      <dgm:prSet presAssocID="{8216D20D-05BD-4773-A491-A61D0BE044E0}" presName="compNode" presStyleCnt="0"/>
      <dgm:spPr/>
    </dgm:pt>
    <dgm:pt modelId="{01ECAA0C-1163-41AD-B986-4BF08F12B3AE}" type="pres">
      <dgm:prSet presAssocID="{8216D20D-05BD-4773-A491-A61D0BE044E0}" presName="iconBgRect" presStyleLbl="bgShp" presStyleIdx="2" presStyleCnt="4"/>
      <dgm:spPr/>
    </dgm:pt>
    <dgm:pt modelId="{C768E94D-EF7A-46CC-9487-74C3D0973C70}" type="pres">
      <dgm:prSet presAssocID="{8216D20D-05BD-4773-A491-A61D0BE044E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7E19922D-EBEA-478B-AAD4-ED8C9345320F}" type="pres">
      <dgm:prSet presAssocID="{8216D20D-05BD-4773-A491-A61D0BE044E0}" presName="spaceRect" presStyleCnt="0"/>
      <dgm:spPr/>
    </dgm:pt>
    <dgm:pt modelId="{44072D59-F833-4D0C-AF3D-F91C524D25E8}" type="pres">
      <dgm:prSet presAssocID="{8216D20D-05BD-4773-A491-A61D0BE044E0}" presName="textRect" presStyleLbl="revTx" presStyleIdx="2" presStyleCnt="4">
        <dgm:presLayoutVars>
          <dgm:chMax val="1"/>
          <dgm:chPref val="1"/>
        </dgm:presLayoutVars>
      </dgm:prSet>
      <dgm:spPr/>
    </dgm:pt>
    <dgm:pt modelId="{090B86A1-9B21-4025-80B2-978B741704A3}" type="pres">
      <dgm:prSet presAssocID="{1D947EA9-F33C-4E54-AEF3-AB357DD7E7CF}" presName="sibTrans" presStyleLbl="sibTrans2D1" presStyleIdx="0" presStyleCnt="0"/>
      <dgm:spPr/>
    </dgm:pt>
    <dgm:pt modelId="{1BD98F39-7C43-4E9B-800E-9F859B82A550}" type="pres">
      <dgm:prSet presAssocID="{79D11D7D-CA03-4645-98D9-567B504408B7}" presName="compNode" presStyleCnt="0"/>
      <dgm:spPr/>
    </dgm:pt>
    <dgm:pt modelId="{D3B0E8CE-9372-4CEC-90CA-1E03DE562AEE}" type="pres">
      <dgm:prSet presAssocID="{79D11D7D-CA03-4645-98D9-567B504408B7}" presName="iconBgRect" presStyleLbl="bgShp" presStyleIdx="3" presStyleCnt="4"/>
      <dgm:spPr/>
    </dgm:pt>
    <dgm:pt modelId="{C05A7411-F989-46D7-8572-B832EEFD7283}" type="pres">
      <dgm:prSet presAssocID="{79D11D7D-CA03-4645-98D9-567B504408B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0B58005-0060-47F8-905B-B0F00602537C}" type="pres">
      <dgm:prSet presAssocID="{79D11D7D-CA03-4645-98D9-567B504408B7}" presName="spaceRect" presStyleCnt="0"/>
      <dgm:spPr/>
    </dgm:pt>
    <dgm:pt modelId="{83A0A317-8495-4041-971D-483CD50A4B17}" type="pres">
      <dgm:prSet presAssocID="{79D11D7D-CA03-4645-98D9-567B504408B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2F84516-BD14-4114-B847-CE0D322AF835}" type="presOf" srcId="{861F4C42-F59C-4755-AF77-A96B9DFA6000}" destId="{105CD60C-8744-49A5-BD57-ADDA3932A16D}" srcOrd="0" destOrd="0" presId="urn:microsoft.com/office/officeart/2018/2/layout/IconCircleList"/>
    <dgm:cxn modelId="{5469DE37-2223-4876-91FB-C9F9DC6E41E2}" type="presOf" srcId="{1D947EA9-F33C-4E54-AEF3-AB357DD7E7CF}" destId="{090B86A1-9B21-4025-80B2-978B741704A3}" srcOrd="0" destOrd="0" presId="urn:microsoft.com/office/officeart/2018/2/layout/IconCircleList"/>
    <dgm:cxn modelId="{16E36C48-11D0-468F-A555-93A167A0379C}" type="presOf" srcId="{0E4BCFDA-586B-42A7-8481-83D94399F3C4}" destId="{05E19F70-8F17-4A6D-AB9F-11D80B5F4580}" srcOrd="0" destOrd="0" presId="urn:microsoft.com/office/officeart/2018/2/layout/IconCircleList"/>
    <dgm:cxn modelId="{83222959-7EDC-40F0-9A37-A98CE6166A88}" srcId="{861F4C42-F59C-4755-AF77-A96B9DFA6000}" destId="{8216D20D-05BD-4773-A491-A61D0BE044E0}" srcOrd="2" destOrd="0" parTransId="{E9C69ECC-D336-40B0-985B-58C1443DDD28}" sibTransId="{1D947EA9-F33C-4E54-AEF3-AB357DD7E7CF}"/>
    <dgm:cxn modelId="{07412C59-4641-4403-868D-7A5C4022262D}" type="presOf" srcId="{B09D17F0-6D8C-4AE9-9B0B-F62F5A36D975}" destId="{ADC5434F-C55B-4657-B854-70FBE683525A}" srcOrd="0" destOrd="0" presId="urn:microsoft.com/office/officeart/2018/2/layout/IconCircleList"/>
    <dgm:cxn modelId="{30E901A4-CB38-4F67-BA5B-C035F58DAD7B}" type="presOf" srcId="{94BE0766-8F2E-4A6D-8E5D-1C5812A0BFE1}" destId="{254954F7-9F85-4A71-9649-EAEA9A06A77B}" srcOrd="0" destOrd="0" presId="urn:microsoft.com/office/officeart/2018/2/layout/IconCircleList"/>
    <dgm:cxn modelId="{A8DF67A9-5701-4477-8F97-04554AB944F4}" type="presOf" srcId="{79D11D7D-CA03-4645-98D9-567B504408B7}" destId="{83A0A317-8495-4041-971D-483CD50A4B17}" srcOrd="0" destOrd="0" presId="urn:microsoft.com/office/officeart/2018/2/layout/IconCircleList"/>
    <dgm:cxn modelId="{327563AB-DD39-48D7-A8CC-CDFE75A210D0}" srcId="{861F4C42-F59C-4755-AF77-A96B9DFA6000}" destId="{94BE0766-8F2E-4A6D-8E5D-1C5812A0BFE1}" srcOrd="1" destOrd="0" parTransId="{D468C9D3-F988-409A-9028-ACEF670AF574}" sibTransId="{BAB2481F-E984-4265-9E3D-D9135B301637}"/>
    <dgm:cxn modelId="{976DD5D9-72EA-448D-8409-6F41AB27F592}" srcId="{861F4C42-F59C-4755-AF77-A96B9DFA6000}" destId="{0E4BCFDA-586B-42A7-8481-83D94399F3C4}" srcOrd="0" destOrd="0" parTransId="{D241BC1D-5391-4CD1-A6FC-4E17C4EF1FEB}" sibTransId="{B09D17F0-6D8C-4AE9-9B0B-F62F5A36D975}"/>
    <dgm:cxn modelId="{6CFE11E1-DB98-418A-9A5F-4CDF6788C4FC}" type="presOf" srcId="{BAB2481F-E984-4265-9E3D-D9135B301637}" destId="{CA8B6BEA-BC9C-4FF0-9B24-D518F91843BB}" srcOrd="0" destOrd="0" presId="urn:microsoft.com/office/officeart/2018/2/layout/IconCircleList"/>
    <dgm:cxn modelId="{90EBB2F7-97A5-41D7-8C8D-7B6B2D026EAB}" type="presOf" srcId="{8216D20D-05BD-4773-A491-A61D0BE044E0}" destId="{44072D59-F833-4D0C-AF3D-F91C524D25E8}" srcOrd="0" destOrd="0" presId="urn:microsoft.com/office/officeart/2018/2/layout/IconCircleList"/>
    <dgm:cxn modelId="{24F0B3FB-729E-484A-A19C-BC32398C291C}" srcId="{861F4C42-F59C-4755-AF77-A96B9DFA6000}" destId="{79D11D7D-CA03-4645-98D9-567B504408B7}" srcOrd="3" destOrd="0" parTransId="{E1A9A3E6-E622-4CB4-AA52-6CD25A56483F}" sibTransId="{0680D2CA-9EF2-49C4-B66E-9B1BB05FEDC9}"/>
    <dgm:cxn modelId="{E468BE9E-EADA-4B4C-BD13-D7102A856A51}" type="presParOf" srcId="{105CD60C-8744-49A5-BD57-ADDA3932A16D}" destId="{C7DE172D-DA1A-439F-81CA-0E56E46A97F5}" srcOrd="0" destOrd="0" presId="urn:microsoft.com/office/officeart/2018/2/layout/IconCircleList"/>
    <dgm:cxn modelId="{5E0D6A06-D19A-4B41-8431-A4F30012B821}" type="presParOf" srcId="{C7DE172D-DA1A-439F-81CA-0E56E46A97F5}" destId="{0C0EB8A4-9304-48FE-B37E-7008BF01D754}" srcOrd="0" destOrd="0" presId="urn:microsoft.com/office/officeart/2018/2/layout/IconCircleList"/>
    <dgm:cxn modelId="{15E1CF82-E5FB-4E81-B5B8-EF4678C07EB1}" type="presParOf" srcId="{0C0EB8A4-9304-48FE-B37E-7008BF01D754}" destId="{85A32C81-05CE-4C22-9446-1B9F5D5BE90D}" srcOrd="0" destOrd="0" presId="urn:microsoft.com/office/officeart/2018/2/layout/IconCircleList"/>
    <dgm:cxn modelId="{AE18A4BB-D876-4A8F-8E6C-153E4BEB68EE}" type="presParOf" srcId="{0C0EB8A4-9304-48FE-B37E-7008BF01D754}" destId="{DA617B1A-15EC-468B-BCD2-81B581853ADC}" srcOrd="1" destOrd="0" presId="urn:microsoft.com/office/officeart/2018/2/layout/IconCircleList"/>
    <dgm:cxn modelId="{56433B09-9BD9-451F-9218-619F5FB3D6A9}" type="presParOf" srcId="{0C0EB8A4-9304-48FE-B37E-7008BF01D754}" destId="{218289FF-6AF0-47DA-BC0A-F3D1C47FAEAF}" srcOrd="2" destOrd="0" presId="urn:microsoft.com/office/officeart/2018/2/layout/IconCircleList"/>
    <dgm:cxn modelId="{EAEA9434-AB30-4EEE-A43F-073483D7B9B1}" type="presParOf" srcId="{0C0EB8A4-9304-48FE-B37E-7008BF01D754}" destId="{05E19F70-8F17-4A6D-AB9F-11D80B5F4580}" srcOrd="3" destOrd="0" presId="urn:microsoft.com/office/officeart/2018/2/layout/IconCircleList"/>
    <dgm:cxn modelId="{A749B1EC-5AD2-40D0-BE71-6EB6D0B338CD}" type="presParOf" srcId="{C7DE172D-DA1A-439F-81CA-0E56E46A97F5}" destId="{ADC5434F-C55B-4657-B854-70FBE683525A}" srcOrd="1" destOrd="0" presId="urn:microsoft.com/office/officeart/2018/2/layout/IconCircleList"/>
    <dgm:cxn modelId="{040894C6-21A3-4EBB-99F5-524DBBF716CE}" type="presParOf" srcId="{C7DE172D-DA1A-439F-81CA-0E56E46A97F5}" destId="{7C96F3DF-7D90-4CD7-8CF4-025E45FEB667}" srcOrd="2" destOrd="0" presId="urn:microsoft.com/office/officeart/2018/2/layout/IconCircleList"/>
    <dgm:cxn modelId="{49CF473A-4005-400B-BAD3-BED11689017B}" type="presParOf" srcId="{7C96F3DF-7D90-4CD7-8CF4-025E45FEB667}" destId="{6A338F62-84AE-43E8-90B3-DF8E5FADBB1F}" srcOrd="0" destOrd="0" presId="urn:microsoft.com/office/officeart/2018/2/layout/IconCircleList"/>
    <dgm:cxn modelId="{C99D743E-D6B3-437D-A14E-A6029FF6B554}" type="presParOf" srcId="{7C96F3DF-7D90-4CD7-8CF4-025E45FEB667}" destId="{4C8870F6-BFFF-4153-B617-43098BCD1FFF}" srcOrd="1" destOrd="0" presId="urn:microsoft.com/office/officeart/2018/2/layout/IconCircleList"/>
    <dgm:cxn modelId="{82222EC5-529D-4340-8473-E89DB03A05DE}" type="presParOf" srcId="{7C96F3DF-7D90-4CD7-8CF4-025E45FEB667}" destId="{9B47B719-F6A2-497B-A5AD-616D0192C465}" srcOrd="2" destOrd="0" presId="urn:microsoft.com/office/officeart/2018/2/layout/IconCircleList"/>
    <dgm:cxn modelId="{E2A424C8-CB1A-4694-8BA1-050D19E22D3B}" type="presParOf" srcId="{7C96F3DF-7D90-4CD7-8CF4-025E45FEB667}" destId="{254954F7-9F85-4A71-9649-EAEA9A06A77B}" srcOrd="3" destOrd="0" presId="urn:microsoft.com/office/officeart/2018/2/layout/IconCircleList"/>
    <dgm:cxn modelId="{8D38F982-A0A3-4BF2-B341-2DB6A331FBEB}" type="presParOf" srcId="{C7DE172D-DA1A-439F-81CA-0E56E46A97F5}" destId="{CA8B6BEA-BC9C-4FF0-9B24-D518F91843BB}" srcOrd="3" destOrd="0" presId="urn:microsoft.com/office/officeart/2018/2/layout/IconCircleList"/>
    <dgm:cxn modelId="{7B82D6EB-0933-42BE-B844-9D98A5C982B2}" type="presParOf" srcId="{C7DE172D-DA1A-439F-81CA-0E56E46A97F5}" destId="{7281C8F7-9EAE-43FD-8820-DCFB3CBFDB4D}" srcOrd="4" destOrd="0" presId="urn:microsoft.com/office/officeart/2018/2/layout/IconCircleList"/>
    <dgm:cxn modelId="{BB6E0BAF-1DA4-49C8-83C7-570D4A24DEE1}" type="presParOf" srcId="{7281C8F7-9EAE-43FD-8820-DCFB3CBFDB4D}" destId="{01ECAA0C-1163-41AD-B986-4BF08F12B3AE}" srcOrd="0" destOrd="0" presId="urn:microsoft.com/office/officeart/2018/2/layout/IconCircleList"/>
    <dgm:cxn modelId="{5602988B-0EEB-4C88-AE8D-4945C8C786B6}" type="presParOf" srcId="{7281C8F7-9EAE-43FD-8820-DCFB3CBFDB4D}" destId="{C768E94D-EF7A-46CC-9487-74C3D0973C70}" srcOrd="1" destOrd="0" presId="urn:microsoft.com/office/officeart/2018/2/layout/IconCircleList"/>
    <dgm:cxn modelId="{0B68F4E0-D08E-4A27-9215-8754696A4719}" type="presParOf" srcId="{7281C8F7-9EAE-43FD-8820-DCFB3CBFDB4D}" destId="{7E19922D-EBEA-478B-AAD4-ED8C9345320F}" srcOrd="2" destOrd="0" presId="urn:microsoft.com/office/officeart/2018/2/layout/IconCircleList"/>
    <dgm:cxn modelId="{120B2C6B-B8E9-45E2-8A87-240F2E06FBDA}" type="presParOf" srcId="{7281C8F7-9EAE-43FD-8820-DCFB3CBFDB4D}" destId="{44072D59-F833-4D0C-AF3D-F91C524D25E8}" srcOrd="3" destOrd="0" presId="urn:microsoft.com/office/officeart/2018/2/layout/IconCircleList"/>
    <dgm:cxn modelId="{CDD6A661-BA55-4CAB-9B1B-21AC6D37EDAB}" type="presParOf" srcId="{C7DE172D-DA1A-439F-81CA-0E56E46A97F5}" destId="{090B86A1-9B21-4025-80B2-978B741704A3}" srcOrd="5" destOrd="0" presId="urn:microsoft.com/office/officeart/2018/2/layout/IconCircleList"/>
    <dgm:cxn modelId="{4A123113-599E-433E-B061-F02C78ECFAFD}" type="presParOf" srcId="{C7DE172D-DA1A-439F-81CA-0E56E46A97F5}" destId="{1BD98F39-7C43-4E9B-800E-9F859B82A550}" srcOrd="6" destOrd="0" presId="urn:microsoft.com/office/officeart/2018/2/layout/IconCircleList"/>
    <dgm:cxn modelId="{DB28F41B-ACB8-4028-9D7F-AFD116CCD4FD}" type="presParOf" srcId="{1BD98F39-7C43-4E9B-800E-9F859B82A550}" destId="{D3B0E8CE-9372-4CEC-90CA-1E03DE562AEE}" srcOrd="0" destOrd="0" presId="urn:microsoft.com/office/officeart/2018/2/layout/IconCircleList"/>
    <dgm:cxn modelId="{4467CCAA-36A1-40EC-8D38-D1E82A036B5E}" type="presParOf" srcId="{1BD98F39-7C43-4E9B-800E-9F859B82A550}" destId="{C05A7411-F989-46D7-8572-B832EEFD7283}" srcOrd="1" destOrd="0" presId="urn:microsoft.com/office/officeart/2018/2/layout/IconCircleList"/>
    <dgm:cxn modelId="{1412F21C-8209-48DE-8AEC-8609D63C1EA7}" type="presParOf" srcId="{1BD98F39-7C43-4E9B-800E-9F859B82A550}" destId="{60B58005-0060-47F8-905B-B0F00602537C}" srcOrd="2" destOrd="0" presId="urn:microsoft.com/office/officeart/2018/2/layout/IconCircleList"/>
    <dgm:cxn modelId="{E680E161-EFCA-480F-B5A8-E39A7ED2A7DC}" type="presParOf" srcId="{1BD98F39-7C43-4E9B-800E-9F859B82A550}" destId="{83A0A317-8495-4041-971D-483CD50A4B1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3416B4-1777-431D-A590-39CC0145660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CD180B-AB41-44D4-8C59-B31FBA65D233}">
      <dgm:prSet/>
      <dgm:spPr/>
      <dgm:t>
        <a:bodyPr/>
        <a:lstStyle/>
        <a:p>
          <a:r>
            <a:rPr lang="en-US"/>
            <a:t>Checked for missing values (none found)</a:t>
          </a:r>
        </a:p>
      </dgm:t>
    </dgm:pt>
    <dgm:pt modelId="{9F524AC4-C59C-4B5A-B45A-BCA3D2A14B19}" type="parTrans" cxnId="{24871F97-266A-4C6C-88F5-A2DFD2C5E015}">
      <dgm:prSet/>
      <dgm:spPr/>
      <dgm:t>
        <a:bodyPr/>
        <a:lstStyle/>
        <a:p>
          <a:endParaRPr lang="en-US"/>
        </a:p>
      </dgm:t>
    </dgm:pt>
    <dgm:pt modelId="{2FC39A42-6E34-4636-9323-EF16F638987A}" type="sibTrans" cxnId="{24871F97-266A-4C6C-88F5-A2DFD2C5E015}">
      <dgm:prSet/>
      <dgm:spPr/>
      <dgm:t>
        <a:bodyPr/>
        <a:lstStyle/>
        <a:p>
          <a:endParaRPr lang="en-US"/>
        </a:p>
      </dgm:t>
    </dgm:pt>
    <dgm:pt modelId="{1355E72D-BF5E-44BB-B948-4D634AA46267}">
      <dgm:prSet/>
      <dgm:spPr/>
      <dgm:t>
        <a:bodyPr/>
        <a:lstStyle/>
        <a:p>
          <a:r>
            <a:rPr lang="en-US"/>
            <a:t>Created new column: goodquality</a:t>
          </a:r>
        </a:p>
      </dgm:t>
    </dgm:pt>
    <dgm:pt modelId="{DAF06496-C931-42C4-BA1B-7F3E3EDBB733}" type="parTrans" cxnId="{023EDE08-F2F5-4BEE-9F8F-8D7475852AF6}">
      <dgm:prSet/>
      <dgm:spPr/>
      <dgm:t>
        <a:bodyPr/>
        <a:lstStyle/>
        <a:p>
          <a:endParaRPr lang="en-US"/>
        </a:p>
      </dgm:t>
    </dgm:pt>
    <dgm:pt modelId="{57647523-F232-4932-A6B0-BBE4D9EA2CD5}" type="sibTrans" cxnId="{023EDE08-F2F5-4BEE-9F8F-8D7475852AF6}">
      <dgm:prSet/>
      <dgm:spPr/>
      <dgm:t>
        <a:bodyPr/>
        <a:lstStyle/>
        <a:p>
          <a:endParaRPr lang="en-US"/>
        </a:p>
      </dgm:t>
    </dgm:pt>
    <dgm:pt modelId="{7CEFBAB1-F866-4A39-B9C8-DD14B607D9FF}">
      <dgm:prSet/>
      <dgm:spPr/>
      <dgm:t>
        <a:bodyPr/>
        <a:lstStyle/>
        <a:p>
          <a:r>
            <a:rPr lang="en-US"/>
            <a:t>Split data into training and testing sets</a:t>
          </a:r>
        </a:p>
      </dgm:t>
    </dgm:pt>
    <dgm:pt modelId="{42C94B2C-AA6A-4598-87C0-8C442814BB7A}" type="parTrans" cxnId="{81A23C0F-A3CB-47C7-9124-E684D08EF040}">
      <dgm:prSet/>
      <dgm:spPr/>
      <dgm:t>
        <a:bodyPr/>
        <a:lstStyle/>
        <a:p>
          <a:endParaRPr lang="en-US"/>
        </a:p>
      </dgm:t>
    </dgm:pt>
    <dgm:pt modelId="{4EAB442E-84C6-4D69-902F-722BA9B03688}" type="sibTrans" cxnId="{81A23C0F-A3CB-47C7-9124-E684D08EF040}">
      <dgm:prSet/>
      <dgm:spPr/>
      <dgm:t>
        <a:bodyPr/>
        <a:lstStyle/>
        <a:p>
          <a:endParaRPr lang="en-US"/>
        </a:p>
      </dgm:t>
    </dgm:pt>
    <dgm:pt modelId="{5F545E82-208E-416B-A703-5248C2728BFE}">
      <dgm:prSet/>
      <dgm:spPr/>
      <dgm:t>
        <a:bodyPr/>
        <a:lstStyle/>
        <a:p>
          <a:r>
            <a:rPr lang="en-US"/>
            <a:t>Used 70% training and 30% testing</a:t>
          </a:r>
        </a:p>
      </dgm:t>
    </dgm:pt>
    <dgm:pt modelId="{89E8C77D-AEE3-4DD0-8AD0-56DD7E143C8F}" type="parTrans" cxnId="{8D84607D-F543-4118-8712-1D927E59523F}">
      <dgm:prSet/>
      <dgm:spPr/>
      <dgm:t>
        <a:bodyPr/>
        <a:lstStyle/>
        <a:p>
          <a:endParaRPr lang="en-US"/>
        </a:p>
      </dgm:t>
    </dgm:pt>
    <dgm:pt modelId="{5ACB3CBD-3414-4FE0-8F20-2B4FB316FFE9}" type="sibTrans" cxnId="{8D84607D-F543-4118-8712-1D927E59523F}">
      <dgm:prSet/>
      <dgm:spPr/>
      <dgm:t>
        <a:bodyPr/>
        <a:lstStyle/>
        <a:p>
          <a:endParaRPr lang="en-US"/>
        </a:p>
      </dgm:t>
    </dgm:pt>
    <dgm:pt modelId="{843DCA4A-55BB-4AD2-96B4-AF17479527BD}">
      <dgm:prSet/>
      <dgm:spPr/>
      <dgm:t>
        <a:bodyPr/>
        <a:lstStyle/>
        <a:p>
          <a:r>
            <a:rPr lang="en-US"/>
            <a:t>Prepared data for model training</a:t>
          </a:r>
        </a:p>
      </dgm:t>
    </dgm:pt>
    <dgm:pt modelId="{17DB74B5-693B-4B91-BCF4-A4783E24DDF2}" type="parTrans" cxnId="{D37C1376-CAB8-4B10-8B28-7631A74B475A}">
      <dgm:prSet/>
      <dgm:spPr/>
      <dgm:t>
        <a:bodyPr/>
        <a:lstStyle/>
        <a:p>
          <a:endParaRPr lang="en-US"/>
        </a:p>
      </dgm:t>
    </dgm:pt>
    <dgm:pt modelId="{56C2BC97-8CFF-4C7C-9DB3-5F06159EF627}" type="sibTrans" cxnId="{D37C1376-CAB8-4B10-8B28-7631A74B475A}">
      <dgm:prSet/>
      <dgm:spPr/>
      <dgm:t>
        <a:bodyPr/>
        <a:lstStyle/>
        <a:p>
          <a:endParaRPr lang="en-US"/>
        </a:p>
      </dgm:t>
    </dgm:pt>
    <dgm:pt modelId="{BCEC1BF0-8AF8-4D72-89D8-722B5D0751E1}" type="pres">
      <dgm:prSet presAssocID="{203416B4-1777-431D-A590-39CC01456601}" presName="root" presStyleCnt="0">
        <dgm:presLayoutVars>
          <dgm:dir/>
          <dgm:resizeHandles val="exact"/>
        </dgm:presLayoutVars>
      </dgm:prSet>
      <dgm:spPr/>
    </dgm:pt>
    <dgm:pt modelId="{4CD96FDF-098B-484E-BBF8-E8DE81A18549}" type="pres">
      <dgm:prSet presAssocID="{43CD180B-AB41-44D4-8C59-B31FBA65D233}" presName="compNode" presStyleCnt="0"/>
      <dgm:spPr/>
    </dgm:pt>
    <dgm:pt modelId="{FBE3F239-4FB9-4FA1-984D-0003F12B876E}" type="pres">
      <dgm:prSet presAssocID="{43CD180B-AB41-44D4-8C59-B31FBA65D233}" presName="bgRect" presStyleLbl="bgShp" presStyleIdx="0" presStyleCnt="5"/>
      <dgm:spPr/>
    </dgm:pt>
    <dgm:pt modelId="{9F334EE5-ACBE-4F1D-9F2F-DD60931FBDAB}" type="pres">
      <dgm:prSet presAssocID="{43CD180B-AB41-44D4-8C59-B31FBA65D233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2BAB677C-1D19-48A5-8041-505950AFCDE8}" type="pres">
      <dgm:prSet presAssocID="{43CD180B-AB41-44D4-8C59-B31FBA65D233}" presName="spaceRect" presStyleCnt="0"/>
      <dgm:spPr/>
    </dgm:pt>
    <dgm:pt modelId="{1EEACADE-5A62-4EF1-A040-85E852B9E62E}" type="pres">
      <dgm:prSet presAssocID="{43CD180B-AB41-44D4-8C59-B31FBA65D233}" presName="parTx" presStyleLbl="revTx" presStyleIdx="0" presStyleCnt="5">
        <dgm:presLayoutVars>
          <dgm:chMax val="0"/>
          <dgm:chPref val="0"/>
        </dgm:presLayoutVars>
      </dgm:prSet>
      <dgm:spPr/>
    </dgm:pt>
    <dgm:pt modelId="{9F858A29-1335-42B1-A63B-31FB14D984A0}" type="pres">
      <dgm:prSet presAssocID="{2FC39A42-6E34-4636-9323-EF16F638987A}" presName="sibTrans" presStyleCnt="0"/>
      <dgm:spPr/>
    </dgm:pt>
    <dgm:pt modelId="{24607009-6AF4-4D90-AA41-B4F1CED78CDF}" type="pres">
      <dgm:prSet presAssocID="{1355E72D-BF5E-44BB-B948-4D634AA46267}" presName="compNode" presStyleCnt="0"/>
      <dgm:spPr/>
    </dgm:pt>
    <dgm:pt modelId="{2142C655-6B5F-4807-837C-75EC756818A3}" type="pres">
      <dgm:prSet presAssocID="{1355E72D-BF5E-44BB-B948-4D634AA46267}" presName="bgRect" presStyleLbl="bgShp" presStyleIdx="1" presStyleCnt="5"/>
      <dgm:spPr/>
    </dgm:pt>
    <dgm:pt modelId="{4F289E5A-3D9F-483A-A083-2A692522D26A}" type="pres">
      <dgm:prSet presAssocID="{1355E72D-BF5E-44BB-B948-4D634AA46267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8245C157-12C4-4263-A0B7-156767077D5A}" type="pres">
      <dgm:prSet presAssocID="{1355E72D-BF5E-44BB-B948-4D634AA46267}" presName="spaceRect" presStyleCnt="0"/>
      <dgm:spPr/>
    </dgm:pt>
    <dgm:pt modelId="{A4A680B8-FEBE-443C-B068-A8D533A250BA}" type="pres">
      <dgm:prSet presAssocID="{1355E72D-BF5E-44BB-B948-4D634AA46267}" presName="parTx" presStyleLbl="revTx" presStyleIdx="1" presStyleCnt="5">
        <dgm:presLayoutVars>
          <dgm:chMax val="0"/>
          <dgm:chPref val="0"/>
        </dgm:presLayoutVars>
      </dgm:prSet>
      <dgm:spPr/>
    </dgm:pt>
    <dgm:pt modelId="{149475E8-B8D4-484B-A603-A58A131F3C9B}" type="pres">
      <dgm:prSet presAssocID="{57647523-F232-4932-A6B0-BBE4D9EA2CD5}" presName="sibTrans" presStyleCnt="0"/>
      <dgm:spPr/>
    </dgm:pt>
    <dgm:pt modelId="{8E560C31-095B-494C-B99E-17B28BD2A1F9}" type="pres">
      <dgm:prSet presAssocID="{7CEFBAB1-F866-4A39-B9C8-DD14B607D9FF}" presName="compNode" presStyleCnt="0"/>
      <dgm:spPr/>
    </dgm:pt>
    <dgm:pt modelId="{ADC45EFF-3320-4652-A445-18864E6B60C9}" type="pres">
      <dgm:prSet presAssocID="{7CEFBAB1-F866-4A39-B9C8-DD14B607D9FF}" presName="bgRect" presStyleLbl="bgShp" presStyleIdx="2" presStyleCnt="5"/>
      <dgm:spPr/>
    </dgm:pt>
    <dgm:pt modelId="{43D35EBB-E46F-4B45-B673-30376311F19C}" type="pres">
      <dgm:prSet presAssocID="{7CEFBAB1-F866-4A39-B9C8-DD14B607D9F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F278938-7A36-4453-B743-B3BB13D06618}" type="pres">
      <dgm:prSet presAssocID="{7CEFBAB1-F866-4A39-B9C8-DD14B607D9FF}" presName="spaceRect" presStyleCnt="0"/>
      <dgm:spPr/>
    </dgm:pt>
    <dgm:pt modelId="{DE35C4BD-28C1-4314-8673-7FE45D4E6FEB}" type="pres">
      <dgm:prSet presAssocID="{7CEFBAB1-F866-4A39-B9C8-DD14B607D9FF}" presName="parTx" presStyleLbl="revTx" presStyleIdx="2" presStyleCnt="5">
        <dgm:presLayoutVars>
          <dgm:chMax val="0"/>
          <dgm:chPref val="0"/>
        </dgm:presLayoutVars>
      </dgm:prSet>
      <dgm:spPr/>
    </dgm:pt>
    <dgm:pt modelId="{DA6BE1ED-21C2-46AA-9DA3-870FBFEFA267}" type="pres">
      <dgm:prSet presAssocID="{4EAB442E-84C6-4D69-902F-722BA9B03688}" presName="sibTrans" presStyleCnt="0"/>
      <dgm:spPr/>
    </dgm:pt>
    <dgm:pt modelId="{AC73820F-DF87-4AEC-8B2D-47CB77EE7693}" type="pres">
      <dgm:prSet presAssocID="{5F545E82-208E-416B-A703-5248C2728BFE}" presName="compNode" presStyleCnt="0"/>
      <dgm:spPr/>
    </dgm:pt>
    <dgm:pt modelId="{7EBB5941-2FB0-4B09-81E0-64FB29A66AB2}" type="pres">
      <dgm:prSet presAssocID="{5F545E82-208E-416B-A703-5248C2728BFE}" presName="bgRect" presStyleLbl="bgShp" presStyleIdx="3" presStyleCnt="5"/>
      <dgm:spPr/>
    </dgm:pt>
    <dgm:pt modelId="{669A555A-C23A-46E4-A30B-99A5E76B6404}" type="pres">
      <dgm:prSet presAssocID="{5F545E82-208E-416B-A703-5248C2728BF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841D0AC8-65D4-4594-B0DC-4CD9F32481EE}" type="pres">
      <dgm:prSet presAssocID="{5F545E82-208E-416B-A703-5248C2728BFE}" presName="spaceRect" presStyleCnt="0"/>
      <dgm:spPr/>
    </dgm:pt>
    <dgm:pt modelId="{1868FEED-D0E2-4EE9-82BD-196BD47556B4}" type="pres">
      <dgm:prSet presAssocID="{5F545E82-208E-416B-A703-5248C2728BFE}" presName="parTx" presStyleLbl="revTx" presStyleIdx="3" presStyleCnt="5">
        <dgm:presLayoutVars>
          <dgm:chMax val="0"/>
          <dgm:chPref val="0"/>
        </dgm:presLayoutVars>
      </dgm:prSet>
      <dgm:spPr/>
    </dgm:pt>
    <dgm:pt modelId="{D62C4D20-773E-4C42-9745-34BABE89BDED}" type="pres">
      <dgm:prSet presAssocID="{5ACB3CBD-3414-4FE0-8F20-2B4FB316FFE9}" presName="sibTrans" presStyleCnt="0"/>
      <dgm:spPr/>
    </dgm:pt>
    <dgm:pt modelId="{609453FB-D0C9-406A-8A39-C75378525D95}" type="pres">
      <dgm:prSet presAssocID="{843DCA4A-55BB-4AD2-96B4-AF17479527BD}" presName="compNode" presStyleCnt="0"/>
      <dgm:spPr/>
    </dgm:pt>
    <dgm:pt modelId="{76310827-F276-4882-BA75-9B33FD0804A3}" type="pres">
      <dgm:prSet presAssocID="{843DCA4A-55BB-4AD2-96B4-AF17479527BD}" presName="bgRect" presStyleLbl="bgShp" presStyleIdx="4" presStyleCnt="5"/>
      <dgm:spPr/>
    </dgm:pt>
    <dgm:pt modelId="{0918D5E5-9866-47F9-8E5D-7E6ED08C7310}" type="pres">
      <dgm:prSet presAssocID="{843DCA4A-55BB-4AD2-96B4-AF17479527B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5DE6743-EC6D-4464-A790-D17191E3FDF5}" type="pres">
      <dgm:prSet presAssocID="{843DCA4A-55BB-4AD2-96B4-AF17479527BD}" presName="spaceRect" presStyleCnt="0"/>
      <dgm:spPr/>
    </dgm:pt>
    <dgm:pt modelId="{B644FDC4-9456-42D6-9DA4-55FA058F1E4F}" type="pres">
      <dgm:prSet presAssocID="{843DCA4A-55BB-4AD2-96B4-AF17479527B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23EDE08-F2F5-4BEE-9F8F-8D7475852AF6}" srcId="{203416B4-1777-431D-A590-39CC01456601}" destId="{1355E72D-BF5E-44BB-B948-4D634AA46267}" srcOrd="1" destOrd="0" parTransId="{DAF06496-C931-42C4-BA1B-7F3E3EDBB733}" sibTransId="{57647523-F232-4932-A6B0-BBE4D9EA2CD5}"/>
    <dgm:cxn modelId="{81A23C0F-A3CB-47C7-9124-E684D08EF040}" srcId="{203416B4-1777-431D-A590-39CC01456601}" destId="{7CEFBAB1-F866-4A39-B9C8-DD14B607D9FF}" srcOrd="2" destOrd="0" parTransId="{42C94B2C-AA6A-4598-87C0-8C442814BB7A}" sibTransId="{4EAB442E-84C6-4D69-902F-722BA9B03688}"/>
    <dgm:cxn modelId="{083F5E39-53EF-41B4-A1F2-D3D5466BE6EF}" type="presOf" srcId="{43CD180B-AB41-44D4-8C59-B31FBA65D233}" destId="{1EEACADE-5A62-4EF1-A040-85E852B9E62E}" srcOrd="0" destOrd="0" presId="urn:microsoft.com/office/officeart/2018/2/layout/IconVerticalSolidList"/>
    <dgm:cxn modelId="{DC07AF6F-5D66-422F-8827-4F1B5E396FC4}" type="presOf" srcId="{1355E72D-BF5E-44BB-B948-4D634AA46267}" destId="{A4A680B8-FEBE-443C-B068-A8D533A250BA}" srcOrd="0" destOrd="0" presId="urn:microsoft.com/office/officeart/2018/2/layout/IconVerticalSolidList"/>
    <dgm:cxn modelId="{D37C1376-CAB8-4B10-8B28-7631A74B475A}" srcId="{203416B4-1777-431D-A590-39CC01456601}" destId="{843DCA4A-55BB-4AD2-96B4-AF17479527BD}" srcOrd="4" destOrd="0" parTransId="{17DB74B5-693B-4B91-BCF4-A4783E24DDF2}" sibTransId="{56C2BC97-8CFF-4C7C-9DB3-5F06159EF627}"/>
    <dgm:cxn modelId="{2E4CF959-7377-4203-980F-A5EDC8C53C72}" type="presOf" srcId="{7CEFBAB1-F866-4A39-B9C8-DD14B607D9FF}" destId="{DE35C4BD-28C1-4314-8673-7FE45D4E6FEB}" srcOrd="0" destOrd="0" presId="urn:microsoft.com/office/officeart/2018/2/layout/IconVerticalSolidList"/>
    <dgm:cxn modelId="{8D84607D-F543-4118-8712-1D927E59523F}" srcId="{203416B4-1777-431D-A590-39CC01456601}" destId="{5F545E82-208E-416B-A703-5248C2728BFE}" srcOrd="3" destOrd="0" parTransId="{89E8C77D-AEE3-4DD0-8AD0-56DD7E143C8F}" sibTransId="{5ACB3CBD-3414-4FE0-8F20-2B4FB316FFE9}"/>
    <dgm:cxn modelId="{24871F97-266A-4C6C-88F5-A2DFD2C5E015}" srcId="{203416B4-1777-431D-A590-39CC01456601}" destId="{43CD180B-AB41-44D4-8C59-B31FBA65D233}" srcOrd="0" destOrd="0" parTransId="{9F524AC4-C59C-4B5A-B45A-BCA3D2A14B19}" sibTransId="{2FC39A42-6E34-4636-9323-EF16F638987A}"/>
    <dgm:cxn modelId="{7C3D46D5-7F46-44E4-866C-184300597CC9}" type="presOf" srcId="{5F545E82-208E-416B-A703-5248C2728BFE}" destId="{1868FEED-D0E2-4EE9-82BD-196BD47556B4}" srcOrd="0" destOrd="0" presId="urn:microsoft.com/office/officeart/2018/2/layout/IconVerticalSolidList"/>
    <dgm:cxn modelId="{CD1185D8-24B8-485C-9E40-B89C5D8EF000}" type="presOf" srcId="{843DCA4A-55BB-4AD2-96B4-AF17479527BD}" destId="{B644FDC4-9456-42D6-9DA4-55FA058F1E4F}" srcOrd="0" destOrd="0" presId="urn:microsoft.com/office/officeart/2018/2/layout/IconVerticalSolidList"/>
    <dgm:cxn modelId="{9269EAE8-6653-4630-A189-2C9F1588C4CB}" type="presOf" srcId="{203416B4-1777-431D-A590-39CC01456601}" destId="{BCEC1BF0-8AF8-4D72-89D8-722B5D0751E1}" srcOrd="0" destOrd="0" presId="urn:microsoft.com/office/officeart/2018/2/layout/IconVerticalSolidList"/>
    <dgm:cxn modelId="{BD614E15-57EB-4807-BA8A-1121068C348B}" type="presParOf" srcId="{BCEC1BF0-8AF8-4D72-89D8-722B5D0751E1}" destId="{4CD96FDF-098B-484E-BBF8-E8DE81A18549}" srcOrd="0" destOrd="0" presId="urn:microsoft.com/office/officeart/2018/2/layout/IconVerticalSolidList"/>
    <dgm:cxn modelId="{AE9B806B-2B9A-4F2D-A1CA-139DEF6943ED}" type="presParOf" srcId="{4CD96FDF-098B-484E-BBF8-E8DE81A18549}" destId="{FBE3F239-4FB9-4FA1-984D-0003F12B876E}" srcOrd="0" destOrd="0" presId="urn:microsoft.com/office/officeart/2018/2/layout/IconVerticalSolidList"/>
    <dgm:cxn modelId="{70166002-6F86-42AA-AE35-F6FF7E03EE64}" type="presParOf" srcId="{4CD96FDF-098B-484E-BBF8-E8DE81A18549}" destId="{9F334EE5-ACBE-4F1D-9F2F-DD60931FBDAB}" srcOrd="1" destOrd="0" presId="urn:microsoft.com/office/officeart/2018/2/layout/IconVerticalSolidList"/>
    <dgm:cxn modelId="{B60047B6-56C0-4142-B565-EE8FC00836F7}" type="presParOf" srcId="{4CD96FDF-098B-484E-BBF8-E8DE81A18549}" destId="{2BAB677C-1D19-48A5-8041-505950AFCDE8}" srcOrd="2" destOrd="0" presId="urn:microsoft.com/office/officeart/2018/2/layout/IconVerticalSolidList"/>
    <dgm:cxn modelId="{89A19513-42AD-4F85-8E9B-EBF29F575235}" type="presParOf" srcId="{4CD96FDF-098B-484E-BBF8-E8DE81A18549}" destId="{1EEACADE-5A62-4EF1-A040-85E852B9E62E}" srcOrd="3" destOrd="0" presId="urn:microsoft.com/office/officeart/2018/2/layout/IconVerticalSolidList"/>
    <dgm:cxn modelId="{6855C3B2-AEFD-4ADF-82B5-380A90DBEDEE}" type="presParOf" srcId="{BCEC1BF0-8AF8-4D72-89D8-722B5D0751E1}" destId="{9F858A29-1335-42B1-A63B-31FB14D984A0}" srcOrd="1" destOrd="0" presId="urn:microsoft.com/office/officeart/2018/2/layout/IconVerticalSolidList"/>
    <dgm:cxn modelId="{1FBAF5AA-58FF-410B-A2C7-3832FB94DE02}" type="presParOf" srcId="{BCEC1BF0-8AF8-4D72-89D8-722B5D0751E1}" destId="{24607009-6AF4-4D90-AA41-B4F1CED78CDF}" srcOrd="2" destOrd="0" presId="urn:microsoft.com/office/officeart/2018/2/layout/IconVerticalSolidList"/>
    <dgm:cxn modelId="{0C6AACBD-1C13-4CBC-A012-E9380B9DE7F1}" type="presParOf" srcId="{24607009-6AF4-4D90-AA41-B4F1CED78CDF}" destId="{2142C655-6B5F-4807-837C-75EC756818A3}" srcOrd="0" destOrd="0" presId="urn:microsoft.com/office/officeart/2018/2/layout/IconVerticalSolidList"/>
    <dgm:cxn modelId="{F9037F1B-1120-44BF-BED0-505274934BD7}" type="presParOf" srcId="{24607009-6AF4-4D90-AA41-B4F1CED78CDF}" destId="{4F289E5A-3D9F-483A-A083-2A692522D26A}" srcOrd="1" destOrd="0" presId="urn:microsoft.com/office/officeart/2018/2/layout/IconVerticalSolidList"/>
    <dgm:cxn modelId="{258494CC-3346-47A2-86E2-24FE798536A7}" type="presParOf" srcId="{24607009-6AF4-4D90-AA41-B4F1CED78CDF}" destId="{8245C157-12C4-4263-A0B7-156767077D5A}" srcOrd="2" destOrd="0" presId="urn:microsoft.com/office/officeart/2018/2/layout/IconVerticalSolidList"/>
    <dgm:cxn modelId="{49FB86A3-E674-413F-B7E0-DC4B07C74A29}" type="presParOf" srcId="{24607009-6AF4-4D90-AA41-B4F1CED78CDF}" destId="{A4A680B8-FEBE-443C-B068-A8D533A250BA}" srcOrd="3" destOrd="0" presId="urn:microsoft.com/office/officeart/2018/2/layout/IconVerticalSolidList"/>
    <dgm:cxn modelId="{362BF45C-48F6-43B1-8901-B34AF1EBEAE5}" type="presParOf" srcId="{BCEC1BF0-8AF8-4D72-89D8-722B5D0751E1}" destId="{149475E8-B8D4-484B-A603-A58A131F3C9B}" srcOrd="3" destOrd="0" presId="urn:microsoft.com/office/officeart/2018/2/layout/IconVerticalSolidList"/>
    <dgm:cxn modelId="{7DFB18A5-6689-4920-9709-05CA83C23E44}" type="presParOf" srcId="{BCEC1BF0-8AF8-4D72-89D8-722B5D0751E1}" destId="{8E560C31-095B-494C-B99E-17B28BD2A1F9}" srcOrd="4" destOrd="0" presId="urn:microsoft.com/office/officeart/2018/2/layout/IconVerticalSolidList"/>
    <dgm:cxn modelId="{DF083C14-22B2-4572-BD24-20B2154CF9F8}" type="presParOf" srcId="{8E560C31-095B-494C-B99E-17B28BD2A1F9}" destId="{ADC45EFF-3320-4652-A445-18864E6B60C9}" srcOrd="0" destOrd="0" presId="urn:microsoft.com/office/officeart/2018/2/layout/IconVerticalSolidList"/>
    <dgm:cxn modelId="{5E2B8C2D-99C5-4A1A-9DAA-E506135C39FB}" type="presParOf" srcId="{8E560C31-095B-494C-B99E-17B28BD2A1F9}" destId="{43D35EBB-E46F-4B45-B673-30376311F19C}" srcOrd="1" destOrd="0" presId="urn:microsoft.com/office/officeart/2018/2/layout/IconVerticalSolidList"/>
    <dgm:cxn modelId="{A77A70A6-323F-4308-95B4-D666F6790B12}" type="presParOf" srcId="{8E560C31-095B-494C-B99E-17B28BD2A1F9}" destId="{6F278938-7A36-4453-B743-B3BB13D06618}" srcOrd="2" destOrd="0" presId="urn:microsoft.com/office/officeart/2018/2/layout/IconVerticalSolidList"/>
    <dgm:cxn modelId="{C98FAA61-3EE2-4D58-927F-F054155935CE}" type="presParOf" srcId="{8E560C31-095B-494C-B99E-17B28BD2A1F9}" destId="{DE35C4BD-28C1-4314-8673-7FE45D4E6FEB}" srcOrd="3" destOrd="0" presId="urn:microsoft.com/office/officeart/2018/2/layout/IconVerticalSolidList"/>
    <dgm:cxn modelId="{DCC4BC06-B04F-4232-82A2-9E3B80E9F206}" type="presParOf" srcId="{BCEC1BF0-8AF8-4D72-89D8-722B5D0751E1}" destId="{DA6BE1ED-21C2-46AA-9DA3-870FBFEFA267}" srcOrd="5" destOrd="0" presId="urn:microsoft.com/office/officeart/2018/2/layout/IconVerticalSolidList"/>
    <dgm:cxn modelId="{D5EC6949-F38E-4C0A-A7F3-CFFE2D6B4E47}" type="presParOf" srcId="{BCEC1BF0-8AF8-4D72-89D8-722B5D0751E1}" destId="{AC73820F-DF87-4AEC-8B2D-47CB77EE7693}" srcOrd="6" destOrd="0" presId="urn:microsoft.com/office/officeart/2018/2/layout/IconVerticalSolidList"/>
    <dgm:cxn modelId="{ED33B020-826A-46BF-BA24-AE6E0DD46F66}" type="presParOf" srcId="{AC73820F-DF87-4AEC-8B2D-47CB77EE7693}" destId="{7EBB5941-2FB0-4B09-81E0-64FB29A66AB2}" srcOrd="0" destOrd="0" presId="urn:microsoft.com/office/officeart/2018/2/layout/IconVerticalSolidList"/>
    <dgm:cxn modelId="{55EEDA9A-A38D-46C8-AE55-9D51D2A53BBC}" type="presParOf" srcId="{AC73820F-DF87-4AEC-8B2D-47CB77EE7693}" destId="{669A555A-C23A-46E4-A30B-99A5E76B6404}" srcOrd="1" destOrd="0" presId="urn:microsoft.com/office/officeart/2018/2/layout/IconVerticalSolidList"/>
    <dgm:cxn modelId="{411D6BF1-08D2-4DEA-B787-1947142CE683}" type="presParOf" srcId="{AC73820F-DF87-4AEC-8B2D-47CB77EE7693}" destId="{841D0AC8-65D4-4594-B0DC-4CD9F32481EE}" srcOrd="2" destOrd="0" presId="urn:microsoft.com/office/officeart/2018/2/layout/IconVerticalSolidList"/>
    <dgm:cxn modelId="{C779003D-6606-404D-8358-6AF7B988F5B4}" type="presParOf" srcId="{AC73820F-DF87-4AEC-8B2D-47CB77EE7693}" destId="{1868FEED-D0E2-4EE9-82BD-196BD47556B4}" srcOrd="3" destOrd="0" presId="urn:microsoft.com/office/officeart/2018/2/layout/IconVerticalSolidList"/>
    <dgm:cxn modelId="{F7787691-869A-4188-A330-22968DBB1FA7}" type="presParOf" srcId="{BCEC1BF0-8AF8-4D72-89D8-722B5D0751E1}" destId="{D62C4D20-773E-4C42-9745-34BABE89BDED}" srcOrd="7" destOrd="0" presId="urn:microsoft.com/office/officeart/2018/2/layout/IconVerticalSolidList"/>
    <dgm:cxn modelId="{012985FA-F935-478D-908D-D37D8A8A5321}" type="presParOf" srcId="{BCEC1BF0-8AF8-4D72-89D8-722B5D0751E1}" destId="{609453FB-D0C9-406A-8A39-C75378525D95}" srcOrd="8" destOrd="0" presId="urn:microsoft.com/office/officeart/2018/2/layout/IconVerticalSolidList"/>
    <dgm:cxn modelId="{5CABA356-1402-4802-9536-F620773C9E52}" type="presParOf" srcId="{609453FB-D0C9-406A-8A39-C75378525D95}" destId="{76310827-F276-4882-BA75-9B33FD0804A3}" srcOrd="0" destOrd="0" presId="urn:microsoft.com/office/officeart/2018/2/layout/IconVerticalSolidList"/>
    <dgm:cxn modelId="{7806B303-E209-4854-BDB4-9B4D9FC9067E}" type="presParOf" srcId="{609453FB-D0C9-406A-8A39-C75378525D95}" destId="{0918D5E5-9866-47F9-8E5D-7E6ED08C7310}" srcOrd="1" destOrd="0" presId="urn:microsoft.com/office/officeart/2018/2/layout/IconVerticalSolidList"/>
    <dgm:cxn modelId="{E41235C5-A746-406B-A0FF-D05AD4594C9D}" type="presParOf" srcId="{609453FB-D0C9-406A-8A39-C75378525D95}" destId="{E5DE6743-EC6D-4464-A790-D17191E3FDF5}" srcOrd="2" destOrd="0" presId="urn:microsoft.com/office/officeart/2018/2/layout/IconVerticalSolidList"/>
    <dgm:cxn modelId="{1AC2AED6-6729-4FB2-BA01-9E6F0768B955}" type="presParOf" srcId="{609453FB-D0C9-406A-8A39-C75378525D95}" destId="{B644FDC4-9456-42D6-9DA4-55FA058F1E4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E43C5A6-E094-4519-980B-301467A8091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FAF633-F023-452E-B56F-6A5977C19964}">
      <dgm:prSet/>
      <dgm:spPr/>
      <dgm:t>
        <a:bodyPr/>
        <a:lstStyle/>
        <a:p>
          <a:r>
            <a:rPr lang="en-US"/>
            <a:t>Selected Random Forest Classifier</a:t>
          </a:r>
        </a:p>
      </dgm:t>
    </dgm:pt>
    <dgm:pt modelId="{CB8E1689-C89C-4A98-89B5-BDCF7A5D5FBE}" type="parTrans" cxnId="{7D5639EA-52AD-4B99-B228-9BA889C66AA3}">
      <dgm:prSet/>
      <dgm:spPr/>
      <dgm:t>
        <a:bodyPr/>
        <a:lstStyle/>
        <a:p>
          <a:endParaRPr lang="en-US"/>
        </a:p>
      </dgm:t>
    </dgm:pt>
    <dgm:pt modelId="{C303BDFB-FEAA-4568-B05C-165333EA14B6}" type="sibTrans" cxnId="{7D5639EA-52AD-4B99-B228-9BA889C66AA3}">
      <dgm:prSet/>
      <dgm:spPr/>
      <dgm:t>
        <a:bodyPr/>
        <a:lstStyle/>
        <a:p>
          <a:endParaRPr lang="en-US"/>
        </a:p>
      </dgm:t>
    </dgm:pt>
    <dgm:pt modelId="{CA3FA45D-0939-4AE1-8974-8EAC8FE2F2EE}">
      <dgm:prSet/>
      <dgm:spPr/>
      <dgm:t>
        <a:bodyPr/>
        <a:lstStyle/>
        <a:p>
          <a:r>
            <a:rPr lang="en-US"/>
            <a:t>Handles non-linear relationships well</a:t>
          </a:r>
        </a:p>
      </dgm:t>
    </dgm:pt>
    <dgm:pt modelId="{B0F46650-EB06-4ED6-A040-5DE698A8CF7D}" type="parTrans" cxnId="{40E3D491-4E53-4D14-8BCB-EDCCF2B318B7}">
      <dgm:prSet/>
      <dgm:spPr/>
      <dgm:t>
        <a:bodyPr/>
        <a:lstStyle/>
        <a:p>
          <a:endParaRPr lang="en-US"/>
        </a:p>
      </dgm:t>
    </dgm:pt>
    <dgm:pt modelId="{BE13F8FF-A166-418F-9229-E845B7C3585B}" type="sibTrans" cxnId="{40E3D491-4E53-4D14-8BCB-EDCCF2B318B7}">
      <dgm:prSet/>
      <dgm:spPr/>
      <dgm:t>
        <a:bodyPr/>
        <a:lstStyle/>
        <a:p>
          <a:endParaRPr lang="en-US"/>
        </a:p>
      </dgm:t>
    </dgm:pt>
    <dgm:pt modelId="{71728201-8B42-4EE0-8315-ECEF86DFA4DF}">
      <dgm:prSet/>
      <dgm:spPr/>
      <dgm:t>
        <a:bodyPr/>
        <a:lstStyle/>
        <a:p>
          <a:r>
            <a:rPr lang="en-US"/>
            <a:t>Reduces overfitting using multiple trees</a:t>
          </a:r>
        </a:p>
      </dgm:t>
    </dgm:pt>
    <dgm:pt modelId="{5F0FACA3-5489-4C9C-871B-EDEE4F119E40}" type="parTrans" cxnId="{E263F69D-1D41-4B0B-A8FF-6CCFF21FFC95}">
      <dgm:prSet/>
      <dgm:spPr/>
      <dgm:t>
        <a:bodyPr/>
        <a:lstStyle/>
        <a:p>
          <a:endParaRPr lang="en-US"/>
        </a:p>
      </dgm:t>
    </dgm:pt>
    <dgm:pt modelId="{F41F64A5-2B88-4795-966B-E380A1A90EA1}" type="sibTrans" cxnId="{E263F69D-1D41-4B0B-A8FF-6CCFF21FFC95}">
      <dgm:prSet/>
      <dgm:spPr/>
      <dgm:t>
        <a:bodyPr/>
        <a:lstStyle/>
        <a:p>
          <a:endParaRPr lang="en-US"/>
        </a:p>
      </dgm:t>
    </dgm:pt>
    <dgm:pt modelId="{B9A9D896-D690-4DAF-B414-551EB512406C}">
      <dgm:prSet/>
      <dgm:spPr/>
      <dgm:t>
        <a:bodyPr/>
        <a:lstStyle/>
        <a:p>
          <a:r>
            <a:rPr lang="en-US"/>
            <a:t>Provides better generalization</a:t>
          </a:r>
        </a:p>
      </dgm:t>
    </dgm:pt>
    <dgm:pt modelId="{6AF51568-9FE8-47A1-9802-1F67BE992644}" type="parTrans" cxnId="{EED00000-567E-4FAB-A082-F00FAC335A1B}">
      <dgm:prSet/>
      <dgm:spPr/>
      <dgm:t>
        <a:bodyPr/>
        <a:lstStyle/>
        <a:p>
          <a:endParaRPr lang="en-US"/>
        </a:p>
      </dgm:t>
    </dgm:pt>
    <dgm:pt modelId="{A6C38AEE-4C6F-4516-BA53-AC37619DC1A6}" type="sibTrans" cxnId="{EED00000-567E-4FAB-A082-F00FAC335A1B}">
      <dgm:prSet/>
      <dgm:spPr/>
      <dgm:t>
        <a:bodyPr/>
        <a:lstStyle/>
        <a:p>
          <a:endParaRPr lang="en-US"/>
        </a:p>
      </dgm:t>
    </dgm:pt>
    <dgm:pt modelId="{3CFA235A-890B-4158-AE2B-EFE7E9DA0D5D}" type="pres">
      <dgm:prSet presAssocID="{7E43C5A6-E094-4519-980B-301467A8091E}" presName="root" presStyleCnt="0">
        <dgm:presLayoutVars>
          <dgm:dir/>
          <dgm:resizeHandles val="exact"/>
        </dgm:presLayoutVars>
      </dgm:prSet>
      <dgm:spPr/>
    </dgm:pt>
    <dgm:pt modelId="{615DE3FC-886A-4B00-B160-3B295F591EA0}" type="pres">
      <dgm:prSet presAssocID="{EDFAF633-F023-452E-B56F-6A5977C19964}" presName="compNode" presStyleCnt="0"/>
      <dgm:spPr/>
    </dgm:pt>
    <dgm:pt modelId="{4BA0982F-70A9-4C65-A855-91D5129848D8}" type="pres">
      <dgm:prSet presAssocID="{EDFAF633-F023-452E-B56F-6A5977C1996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F79EEA6B-BDD3-4E43-88A9-DC8BF76F30E3}" type="pres">
      <dgm:prSet presAssocID="{EDFAF633-F023-452E-B56F-6A5977C19964}" presName="spaceRect" presStyleCnt="0"/>
      <dgm:spPr/>
    </dgm:pt>
    <dgm:pt modelId="{389F6932-7B45-4590-8A0E-F2FB645FB9A6}" type="pres">
      <dgm:prSet presAssocID="{EDFAF633-F023-452E-B56F-6A5977C19964}" presName="textRect" presStyleLbl="revTx" presStyleIdx="0" presStyleCnt="4">
        <dgm:presLayoutVars>
          <dgm:chMax val="1"/>
          <dgm:chPref val="1"/>
        </dgm:presLayoutVars>
      </dgm:prSet>
      <dgm:spPr/>
    </dgm:pt>
    <dgm:pt modelId="{6238F74F-E9D0-4E66-B1BC-3226059057A0}" type="pres">
      <dgm:prSet presAssocID="{C303BDFB-FEAA-4568-B05C-165333EA14B6}" presName="sibTrans" presStyleCnt="0"/>
      <dgm:spPr/>
    </dgm:pt>
    <dgm:pt modelId="{080AB927-B460-4AB1-90B0-D56FF3B76C09}" type="pres">
      <dgm:prSet presAssocID="{CA3FA45D-0939-4AE1-8974-8EAC8FE2F2EE}" presName="compNode" presStyleCnt="0"/>
      <dgm:spPr/>
    </dgm:pt>
    <dgm:pt modelId="{A719C4F8-6FAA-4256-979F-85582A9081BF}" type="pres">
      <dgm:prSet presAssocID="{CA3FA45D-0939-4AE1-8974-8EAC8FE2F2E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D2296C3C-569A-441D-BD89-18773573BDEC}" type="pres">
      <dgm:prSet presAssocID="{CA3FA45D-0939-4AE1-8974-8EAC8FE2F2EE}" presName="spaceRect" presStyleCnt="0"/>
      <dgm:spPr/>
    </dgm:pt>
    <dgm:pt modelId="{ED7349AD-CE76-4363-B40A-874E9380D474}" type="pres">
      <dgm:prSet presAssocID="{CA3FA45D-0939-4AE1-8974-8EAC8FE2F2EE}" presName="textRect" presStyleLbl="revTx" presStyleIdx="1" presStyleCnt="4">
        <dgm:presLayoutVars>
          <dgm:chMax val="1"/>
          <dgm:chPref val="1"/>
        </dgm:presLayoutVars>
      </dgm:prSet>
      <dgm:spPr/>
    </dgm:pt>
    <dgm:pt modelId="{B862D81E-2943-4617-BBDA-DFCEDFBC80C0}" type="pres">
      <dgm:prSet presAssocID="{BE13F8FF-A166-418F-9229-E845B7C3585B}" presName="sibTrans" presStyleCnt="0"/>
      <dgm:spPr/>
    </dgm:pt>
    <dgm:pt modelId="{0268610F-528D-4F2D-8C4B-D0E36F8D6AFB}" type="pres">
      <dgm:prSet presAssocID="{71728201-8B42-4EE0-8315-ECEF86DFA4DF}" presName="compNode" presStyleCnt="0"/>
      <dgm:spPr/>
    </dgm:pt>
    <dgm:pt modelId="{5A21F2DB-71B1-479D-A702-08776BC334F4}" type="pres">
      <dgm:prSet presAssocID="{71728201-8B42-4EE0-8315-ECEF86DFA4D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838D3E55-22DA-4A68-938F-9BFCD5E31F20}" type="pres">
      <dgm:prSet presAssocID="{71728201-8B42-4EE0-8315-ECEF86DFA4DF}" presName="spaceRect" presStyleCnt="0"/>
      <dgm:spPr/>
    </dgm:pt>
    <dgm:pt modelId="{B979D3DF-705E-43B3-AFD1-51CC61BFCA4F}" type="pres">
      <dgm:prSet presAssocID="{71728201-8B42-4EE0-8315-ECEF86DFA4DF}" presName="textRect" presStyleLbl="revTx" presStyleIdx="2" presStyleCnt="4">
        <dgm:presLayoutVars>
          <dgm:chMax val="1"/>
          <dgm:chPref val="1"/>
        </dgm:presLayoutVars>
      </dgm:prSet>
      <dgm:spPr/>
    </dgm:pt>
    <dgm:pt modelId="{1B5646F1-F53F-459E-9A56-7E1380FCCA2E}" type="pres">
      <dgm:prSet presAssocID="{F41F64A5-2B88-4795-966B-E380A1A90EA1}" presName="sibTrans" presStyleCnt="0"/>
      <dgm:spPr/>
    </dgm:pt>
    <dgm:pt modelId="{3A7B95FB-1E69-426F-BFC0-C590AF019B8A}" type="pres">
      <dgm:prSet presAssocID="{B9A9D896-D690-4DAF-B414-551EB512406C}" presName="compNode" presStyleCnt="0"/>
      <dgm:spPr/>
    </dgm:pt>
    <dgm:pt modelId="{C4FF44FC-C097-4CC3-894B-DB967BF4FB64}" type="pres">
      <dgm:prSet presAssocID="{B9A9D896-D690-4DAF-B414-551EB512406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F6F3FAF-2864-43D7-86BD-B6249CB008BD}" type="pres">
      <dgm:prSet presAssocID="{B9A9D896-D690-4DAF-B414-551EB512406C}" presName="spaceRect" presStyleCnt="0"/>
      <dgm:spPr/>
    </dgm:pt>
    <dgm:pt modelId="{0B7B3D15-F2FB-440B-989B-FDB553A06741}" type="pres">
      <dgm:prSet presAssocID="{B9A9D896-D690-4DAF-B414-551EB512406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ED00000-567E-4FAB-A082-F00FAC335A1B}" srcId="{7E43C5A6-E094-4519-980B-301467A8091E}" destId="{B9A9D896-D690-4DAF-B414-551EB512406C}" srcOrd="3" destOrd="0" parTransId="{6AF51568-9FE8-47A1-9802-1F67BE992644}" sibTransId="{A6C38AEE-4C6F-4516-BA53-AC37619DC1A6}"/>
    <dgm:cxn modelId="{53070E2F-BBFD-4C1B-83B2-443DDF345D33}" type="presOf" srcId="{7E43C5A6-E094-4519-980B-301467A8091E}" destId="{3CFA235A-890B-4158-AE2B-EFE7E9DA0D5D}" srcOrd="0" destOrd="0" presId="urn:microsoft.com/office/officeart/2018/2/layout/IconLabelList"/>
    <dgm:cxn modelId="{54761865-2070-4836-8CA3-2DB6AADCDFE1}" type="presOf" srcId="{71728201-8B42-4EE0-8315-ECEF86DFA4DF}" destId="{B979D3DF-705E-43B3-AFD1-51CC61BFCA4F}" srcOrd="0" destOrd="0" presId="urn:microsoft.com/office/officeart/2018/2/layout/IconLabelList"/>
    <dgm:cxn modelId="{F4F81856-870C-4043-BDA7-3020F360B836}" type="presOf" srcId="{B9A9D896-D690-4DAF-B414-551EB512406C}" destId="{0B7B3D15-F2FB-440B-989B-FDB553A06741}" srcOrd="0" destOrd="0" presId="urn:microsoft.com/office/officeart/2018/2/layout/IconLabelList"/>
    <dgm:cxn modelId="{6FBE1884-F281-4207-8941-CFB48525829C}" type="presOf" srcId="{CA3FA45D-0939-4AE1-8974-8EAC8FE2F2EE}" destId="{ED7349AD-CE76-4363-B40A-874E9380D474}" srcOrd="0" destOrd="0" presId="urn:microsoft.com/office/officeart/2018/2/layout/IconLabelList"/>
    <dgm:cxn modelId="{40E3D491-4E53-4D14-8BCB-EDCCF2B318B7}" srcId="{7E43C5A6-E094-4519-980B-301467A8091E}" destId="{CA3FA45D-0939-4AE1-8974-8EAC8FE2F2EE}" srcOrd="1" destOrd="0" parTransId="{B0F46650-EB06-4ED6-A040-5DE698A8CF7D}" sibTransId="{BE13F8FF-A166-418F-9229-E845B7C3585B}"/>
    <dgm:cxn modelId="{E263F69D-1D41-4B0B-A8FF-6CCFF21FFC95}" srcId="{7E43C5A6-E094-4519-980B-301467A8091E}" destId="{71728201-8B42-4EE0-8315-ECEF86DFA4DF}" srcOrd="2" destOrd="0" parTransId="{5F0FACA3-5489-4C9C-871B-EDEE4F119E40}" sibTransId="{F41F64A5-2B88-4795-966B-E380A1A90EA1}"/>
    <dgm:cxn modelId="{7D5639EA-52AD-4B99-B228-9BA889C66AA3}" srcId="{7E43C5A6-E094-4519-980B-301467A8091E}" destId="{EDFAF633-F023-452E-B56F-6A5977C19964}" srcOrd="0" destOrd="0" parTransId="{CB8E1689-C89C-4A98-89B5-BDCF7A5D5FBE}" sibTransId="{C303BDFB-FEAA-4568-B05C-165333EA14B6}"/>
    <dgm:cxn modelId="{6C849BED-B29A-485D-A95A-755761FC17A3}" type="presOf" srcId="{EDFAF633-F023-452E-B56F-6A5977C19964}" destId="{389F6932-7B45-4590-8A0E-F2FB645FB9A6}" srcOrd="0" destOrd="0" presId="urn:microsoft.com/office/officeart/2018/2/layout/IconLabelList"/>
    <dgm:cxn modelId="{2EE67C46-04D8-49A9-B326-E34564268826}" type="presParOf" srcId="{3CFA235A-890B-4158-AE2B-EFE7E9DA0D5D}" destId="{615DE3FC-886A-4B00-B160-3B295F591EA0}" srcOrd="0" destOrd="0" presId="urn:microsoft.com/office/officeart/2018/2/layout/IconLabelList"/>
    <dgm:cxn modelId="{224FF61C-CBAC-4E13-B4BC-B2B284C085DA}" type="presParOf" srcId="{615DE3FC-886A-4B00-B160-3B295F591EA0}" destId="{4BA0982F-70A9-4C65-A855-91D5129848D8}" srcOrd="0" destOrd="0" presId="urn:microsoft.com/office/officeart/2018/2/layout/IconLabelList"/>
    <dgm:cxn modelId="{0374D525-0623-47ED-B05B-96D05B228FD0}" type="presParOf" srcId="{615DE3FC-886A-4B00-B160-3B295F591EA0}" destId="{F79EEA6B-BDD3-4E43-88A9-DC8BF76F30E3}" srcOrd="1" destOrd="0" presId="urn:microsoft.com/office/officeart/2018/2/layout/IconLabelList"/>
    <dgm:cxn modelId="{21626018-8BE4-4979-BD08-4F861E4404D4}" type="presParOf" srcId="{615DE3FC-886A-4B00-B160-3B295F591EA0}" destId="{389F6932-7B45-4590-8A0E-F2FB645FB9A6}" srcOrd="2" destOrd="0" presId="urn:microsoft.com/office/officeart/2018/2/layout/IconLabelList"/>
    <dgm:cxn modelId="{B3AA25D2-2A80-419D-B6EF-A69E1E3F5F46}" type="presParOf" srcId="{3CFA235A-890B-4158-AE2B-EFE7E9DA0D5D}" destId="{6238F74F-E9D0-4E66-B1BC-3226059057A0}" srcOrd="1" destOrd="0" presId="urn:microsoft.com/office/officeart/2018/2/layout/IconLabelList"/>
    <dgm:cxn modelId="{265D0306-4C4D-4877-BB0C-C16AB83B5D39}" type="presParOf" srcId="{3CFA235A-890B-4158-AE2B-EFE7E9DA0D5D}" destId="{080AB927-B460-4AB1-90B0-D56FF3B76C09}" srcOrd="2" destOrd="0" presId="urn:microsoft.com/office/officeart/2018/2/layout/IconLabelList"/>
    <dgm:cxn modelId="{54B104D5-2E49-4E24-9127-3CC91CB1AE82}" type="presParOf" srcId="{080AB927-B460-4AB1-90B0-D56FF3B76C09}" destId="{A719C4F8-6FAA-4256-979F-85582A9081BF}" srcOrd="0" destOrd="0" presId="urn:microsoft.com/office/officeart/2018/2/layout/IconLabelList"/>
    <dgm:cxn modelId="{7276C7EF-27BA-46F8-A7C1-A94DCF44CD2B}" type="presParOf" srcId="{080AB927-B460-4AB1-90B0-D56FF3B76C09}" destId="{D2296C3C-569A-441D-BD89-18773573BDEC}" srcOrd="1" destOrd="0" presId="urn:microsoft.com/office/officeart/2018/2/layout/IconLabelList"/>
    <dgm:cxn modelId="{257491F2-A50B-4F1D-AC5A-839547938BBA}" type="presParOf" srcId="{080AB927-B460-4AB1-90B0-D56FF3B76C09}" destId="{ED7349AD-CE76-4363-B40A-874E9380D474}" srcOrd="2" destOrd="0" presId="urn:microsoft.com/office/officeart/2018/2/layout/IconLabelList"/>
    <dgm:cxn modelId="{6CA95C21-B0C2-4AC9-826D-D9FC5E306DAF}" type="presParOf" srcId="{3CFA235A-890B-4158-AE2B-EFE7E9DA0D5D}" destId="{B862D81E-2943-4617-BBDA-DFCEDFBC80C0}" srcOrd="3" destOrd="0" presId="urn:microsoft.com/office/officeart/2018/2/layout/IconLabelList"/>
    <dgm:cxn modelId="{403AF04C-9746-49E6-9799-825C3EF86996}" type="presParOf" srcId="{3CFA235A-890B-4158-AE2B-EFE7E9DA0D5D}" destId="{0268610F-528D-4F2D-8C4B-D0E36F8D6AFB}" srcOrd="4" destOrd="0" presId="urn:microsoft.com/office/officeart/2018/2/layout/IconLabelList"/>
    <dgm:cxn modelId="{6DA2CA7C-DB9C-484C-91FD-CB913104C82E}" type="presParOf" srcId="{0268610F-528D-4F2D-8C4B-D0E36F8D6AFB}" destId="{5A21F2DB-71B1-479D-A702-08776BC334F4}" srcOrd="0" destOrd="0" presId="urn:microsoft.com/office/officeart/2018/2/layout/IconLabelList"/>
    <dgm:cxn modelId="{24363093-7D8E-487C-93AA-9D3038A13300}" type="presParOf" srcId="{0268610F-528D-4F2D-8C4B-D0E36F8D6AFB}" destId="{838D3E55-22DA-4A68-938F-9BFCD5E31F20}" srcOrd="1" destOrd="0" presId="urn:microsoft.com/office/officeart/2018/2/layout/IconLabelList"/>
    <dgm:cxn modelId="{17BEAA14-1ABB-4A6C-97B5-35586B0C435D}" type="presParOf" srcId="{0268610F-528D-4F2D-8C4B-D0E36F8D6AFB}" destId="{B979D3DF-705E-43B3-AFD1-51CC61BFCA4F}" srcOrd="2" destOrd="0" presId="urn:microsoft.com/office/officeart/2018/2/layout/IconLabelList"/>
    <dgm:cxn modelId="{A6E5D278-6E29-4327-B58D-5C358B1E6C0C}" type="presParOf" srcId="{3CFA235A-890B-4158-AE2B-EFE7E9DA0D5D}" destId="{1B5646F1-F53F-459E-9A56-7E1380FCCA2E}" srcOrd="5" destOrd="0" presId="urn:microsoft.com/office/officeart/2018/2/layout/IconLabelList"/>
    <dgm:cxn modelId="{72797462-79C0-47CB-8E33-D1EAB626A30F}" type="presParOf" srcId="{3CFA235A-890B-4158-AE2B-EFE7E9DA0D5D}" destId="{3A7B95FB-1E69-426F-BFC0-C590AF019B8A}" srcOrd="6" destOrd="0" presId="urn:microsoft.com/office/officeart/2018/2/layout/IconLabelList"/>
    <dgm:cxn modelId="{09185DC0-9A65-4E7C-8EC0-F741F658B8C2}" type="presParOf" srcId="{3A7B95FB-1E69-426F-BFC0-C590AF019B8A}" destId="{C4FF44FC-C097-4CC3-894B-DB967BF4FB64}" srcOrd="0" destOrd="0" presId="urn:microsoft.com/office/officeart/2018/2/layout/IconLabelList"/>
    <dgm:cxn modelId="{FD62AFFA-98BA-4661-973D-5DD1DABAE9E4}" type="presParOf" srcId="{3A7B95FB-1E69-426F-BFC0-C590AF019B8A}" destId="{BF6F3FAF-2864-43D7-86BD-B6249CB008BD}" srcOrd="1" destOrd="0" presId="urn:microsoft.com/office/officeart/2018/2/layout/IconLabelList"/>
    <dgm:cxn modelId="{9787E9F6-570E-46E4-9088-03DF767ADAD0}" type="presParOf" srcId="{3A7B95FB-1E69-426F-BFC0-C590AF019B8A}" destId="{0B7B3D15-F2FB-440B-989B-FDB553A0674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250723A-2167-4970-9891-9246885CAF8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D5EB25-96F3-4AC8-A81F-965B9311EF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confusion matrix for evaluation</a:t>
          </a:r>
        </a:p>
      </dgm:t>
    </dgm:pt>
    <dgm:pt modelId="{55198636-CDFB-4CDA-A8A6-862FBEE6C8CF}" type="parTrans" cxnId="{6DEF3678-A162-4638-8504-007095204F68}">
      <dgm:prSet/>
      <dgm:spPr/>
      <dgm:t>
        <a:bodyPr/>
        <a:lstStyle/>
        <a:p>
          <a:endParaRPr lang="en-US"/>
        </a:p>
      </dgm:t>
    </dgm:pt>
    <dgm:pt modelId="{3CBC1317-49FA-45FA-A9AD-2A8B1436DA9C}" type="sibTrans" cxnId="{6DEF3678-A162-4638-8504-007095204F68}">
      <dgm:prSet/>
      <dgm:spPr/>
      <dgm:t>
        <a:bodyPr/>
        <a:lstStyle/>
        <a:p>
          <a:endParaRPr lang="en-US"/>
        </a:p>
      </dgm:t>
    </dgm:pt>
    <dgm:pt modelId="{D29A9437-2630-4937-A06A-4184B9DD88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Measured precision, recall, and F1-score</a:t>
          </a:r>
        </a:p>
      </dgm:t>
    </dgm:pt>
    <dgm:pt modelId="{3B997993-69C2-46DF-A759-5DF75164AC7B}" type="parTrans" cxnId="{6AC682CE-562C-4F22-83E2-1951AC1D6D79}">
      <dgm:prSet/>
      <dgm:spPr/>
      <dgm:t>
        <a:bodyPr/>
        <a:lstStyle/>
        <a:p>
          <a:endParaRPr lang="en-US"/>
        </a:p>
      </dgm:t>
    </dgm:pt>
    <dgm:pt modelId="{112903A9-68EA-420C-8A73-941BC5E57857}" type="sibTrans" cxnId="{6AC682CE-562C-4F22-83E2-1951AC1D6D79}">
      <dgm:prSet/>
      <dgm:spPr/>
      <dgm:t>
        <a:bodyPr/>
        <a:lstStyle/>
        <a:p>
          <a:endParaRPr lang="en-US"/>
        </a:p>
      </dgm:t>
    </dgm:pt>
    <dgm:pt modelId="{CB421DE5-59EA-41C9-8DCA-7AF843D879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performs well on both classes</a:t>
          </a:r>
        </a:p>
      </dgm:t>
    </dgm:pt>
    <dgm:pt modelId="{11D317BA-D78D-4ECE-ADB6-3787132F2905}" type="parTrans" cxnId="{8A6D3D34-A8D2-4911-AC8F-EDF20ACFF97B}">
      <dgm:prSet/>
      <dgm:spPr/>
      <dgm:t>
        <a:bodyPr/>
        <a:lstStyle/>
        <a:p>
          <a:endParaRPr lang="en-US"/>
        </a:p>
      </dgm:t>
    </dgm:pt>
    <dgm:pt modelId="{A5C2581B-A8C5-4672-8A25-0CF0C8256877}" type="sibTrans" cxnId="{8A6D3D34-A8D2-4911-AC8F-EDF20ACFF97B}">
      <dgm:prSet/>
      <dgm:spPr/>
      <dgm:t>
        <a:bodyPr/>
        <a:lstStyle/>
        <a:p>
          <a:endParaRPr lang="en-US"/>
        </a:p>
      </dgm:t>
    </dgm:pt>
    <dgm:pt modelId="{228F4BF3-57A0-4877-B9A8-28DA22CA79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Provides reliable predictions</a:t>
          </a:r>
        </a:p>
      </dgm:t>
    </dgm:pt>
    <dgm:pt modelId="{A4E251AA-CAA8-4E40-AF1D-63B811223040}" type="parTrans" cxnId="{B313E30B-E1EF-426D-B4FE-D22458FA5EF1}">
      <dgm:prSet/>
      <dgm:spPr/>
      <dgm:t>
        <a:bodyPr/>
        <a:lstStyle/>
        <a:p>
          <a:endParaRPr lang="en-US"/>
        </a:p>
      </dgm:t>
    </dgm:pt>
    <dgm:pt modelId="{E71E49D1-DC65-484F-8C9C-226CC5544992}" type="sibTrans" cxnId="{B313E30B-E1EF-426D-B4FE-D22458FA5EF1}">
      <dgm:prSet/>
      <dgm:spPr/>
      <dgm:t>
        <a:bodyPr/>
        <a:lstStyle/>
        <a:p>
          <a:endParaRPr lang="en-US"/>
        </a:p>
      </dgm:t>
    </dgm:pt>
    <dgm:pt modelId="{A2E5B218-5C6E-40E0-8392-45287BB2DE81}" type="pres">
      <dgm:prSet presAssocID="{6250723A-2167-4970-9891-9246885CAF81}" presName="root" presStyleCnt="0">
        <dgm:presLayoutVars>
          <dgm:dir/>
          <dgm:resizeHandles val="exact"/>
        </dgm:presLayoutVars>
      </dgm:prSet>
      <dgm:spPr/>
    </dgm:pt>
    <dgm:pt modelId="{D046823D-CE4F-4CFD-8BD2-CBFE697F1F59}" type="pres">
      <dgm:prSet presAssocID="{34D5EB25-96F3-4AC8-A81F-965B9311EF50}" presName="compNode" presStyleCnt="0"/>
      <dgm:spPr/>
    </dgm:pt>
    <dgm:pt modelId="{779289FB-F839-4FDB-8BA1-357B7286665D}" type="pres">
      <dgm:prSet presAssocID="{34D5EB25-96F3-4AC8-A81F-965B9311EF5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FCA0C908-D603-4088-9E29-109CF46B9D67}" type="pres">
      <dgm:prSet presAssocID="{34D5EB25-96F3-4AC8-A81F-965B9311EF50}" presName="spaceRect" presStyleCnt="0"/>
      <dgm:spPr/>
    </dgm:pt>
    <dgm:pt modelId="{6B1A6AA3-2C27-49F3-94F6-9E186D26E534}" type="pres">
      <dgm:prSet presAssocID="{34D5EB25-96F3-4AC8-A81F-965B9311EF50}" presName="textRect" presStyleLbl="revTx" presStyleIdx="0" presStyleCnt="4">
        <dgm:presLayoutVars>
          <dgm:chMax val="1"/>
          <dgm:chPref val="1"/>
        </dgm:presLayoutVars>
      </dgm:prSet>
      <dgm:spPr/>
    </dgm:pt>
    <dgm:pt modelId="{BA1EEA7A-3C0A-41B1-BB88-8BBEEEB1947C}" type="pres">
      <dgm:prSet presAssocID="{3CBC1317-49FA-45FA-A9AD-2A8B1436DA9C}" presName="sibTrans" presStyleCnt="0"/>
      <dgm:spPr/>
    </dgm:pt>
    <dgm:pt modelId="{02EF29B0-BC32-489B-9EFD-C923596E8FF6}" type="pres">
      <dgm:prSet presAssocID="{D29A9437-2630-4937-A06A-4184B9DD88A7}" presName="compNode" presStyleCnt="0"/>
      <dgm:spPr/>
    </dgm:pt>
    <dgm:pt modelId="{F3CADB3D-E5D9-44B2-B9C8-FBEE77524B2B}" type="pres">
      <dgm:prSet presAssocID="{D29A9437-2630-4937-A06A-4184B9DD88A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C175F9E0-F2E2-48AD-8697-238A9DE9E1D8}" type="pres">
      <dgm:prSet presAssocID="{D29A9437-2630-4937-A06A-4184B9DD88A7}" presName="spaceRect" presStyleCnt="0"/>
      <dgm:spPr/>
    </dgm:pt>
    <dgm:pt modelId="{52E775C3-A27B-4537-BFC2-4BA4EAF632C8}" type="pres">
      <dgm:prSet presAssocID="{D29A9437-2630-4937-A06A-4184B9DD88A7}" presName="textRect" presStyleLbl="revTx" presStyleIdx="1" presStyleCnt="4">
        <dgm:presLayoutVars>
          <dgm:chMax val="1"/>
          <dgm:chPref val="1"/>
        </dgm:presLayoutVars>
      </dgm:prSet>
      <dgm:spPr/>
    </dgm:pt>
    <dgm:pt modelId="{4E56FBE4-068F-4BE9-9CB0-1300872EAFB6}" type="pres">
      <dgm:prSet presAssocID="{112903A9-68EA-420C-8A73-941BC5E57857}" presName="sibTrans" presStyleCnt="0"/>
      <dgm:spPr/>
    </dgm:pt>
    <dgm:pt modelId="{AE86DDFF-C42A-415C-8E7C-B1C5AF50CB19}" type="pres">
      <dgm:prSet presAssocID="{CB421DE5-59EA-41C9-8DCA-7AF843D879AF}" presName="compNode" presStyleCnt="0"/>
      <dgm:spPr/>
    </dgm:pt>
    <dgm:pt modelId="{4A394082-C5AB-41C3-99A2-95FCA16F2E17}" type="pres">
      <dgm:prSet presAssocID="{CB421DE5-59EA-41C9-8DCA-7AF843D879A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0479E16-AE5A-420F-ADAB-B312C37A84F3}" type="pres">
      <dgm:prSet presAssocID="{CB421DE5-59EA-41C9-8DCA-7AF843D879AF}" presName="spaceRect" presStyleCnt="0"/>
      <dgm:spPr/>
    </dgm:pt>
    <dgm:pt modelId="{C72077E2-B70A-4A90-8C06-AB4DEDCEB965}" type="pres">
      <dgm:prSet presAssocID="{CB421DE5-59EA-41C9-8DCA-7AF843D879AF}" presName="textRect" presStyleLbl="revTx" presStyleIdx="2" presStyleCnt="4">
        <dgm:presLayoutVars>
          <dgm:chMax val="1"/>
          <dgm:chPref val="1"/>
        </dgm:presLayoutVars>
      </dgm:prSet>
      <dgm:spPr/>
    </dgm:pt>
    <dgm:pt modelId="{E03345AF-E40E-4A8E-8FA9-067EA5068B3B}" type="pres">
      <dgm:prSet presAssocID="{A5C2581B-A8C5-4672-8A25-0CF0C8256877}" presName="sibTrans" presStyleCnt="0"/>
      <dgm:spPr/>
    </dgm:pt>
    <dgm:pt modelId="{112950CE-F0A0-43AC-8FA0-6A7B0848A1D0}" type="pres">
      <dgm:prSet presAssocID="{228F4BF3-57A0-4877-B9A8-28DA22CA79BB}" presName="compNode" presStyleCnt="0"/>
      <dgm:spPr/>
    </dgm:pt>
    <dgm:pt modelId="{14EF3B7D-C388-4C31-BFD6-DE6F4F01D379}" type="pres">
      <dgm:prSet presAssocID="{228F4BF3-57A0-4877-B9A8-28DA22CA79B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A73298C-65EC-4800-939F-85F174E52E79}" type="pres">
      <dgm:prSet presAssocID="{228F4BF3-57A0-4877-B9A8-28DA22CA79BB}" presName="spaceRect" presStyleCnt="0"/>
      <dgm:spPr/>
    </dgm:pt>
    <dgm:pt modelId="{79725621-5561-4D13-80FB-5A4EF0C98F40}" type="pres">
      <dgm:prSet presAssocID="{228F4BF3-57A0-4877-B9A8-28DA22CA79B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313E30B-E1EF-426D-B4FE-D22458FA5EF1}" srcId="{6250723A-2167-4970-9891-9246885CAF81}" destId="{228F4BF3-57A0-4877-B9A8-28DA22CA79BB}" srcOrd="3" destOrd="0" parTransId="{A4E251AA-CAA8-4E40-AF1D-63B811223040}" sibTransId="{E71E49D1-DC65-484F-8C9C-226CC5544992}"/>
    <dgm:cxn modelId="{8A6D3D34-A8D2-4911-AC8F-EDF20ACFF97B}" srcId="{6250723A-2167-4970-9891-9246885CAF81}" destId="{CB421DE5-59EA-41C9-8DCA-7AF843D879AF}" srcOrd="2" destOrd="0" parTransId="{11D317BA-D78D-4ECE-ADB6-3787132F2905}" sibTransId="{A5C2581B-A8C5-4672-8A25-0CF0C8256877}"/>
    <dgm:cxn modelId="{AE3CDE64-D78E-4FB0-BEB1-C945C498A1D5}" type="presOf" srcId="{D29A9437-2630-4937-A06A-4184B9DD88A7}" destId="{52E775C3-A27B-4537-BFC2-4BA4EAF632C8}" srcOrd="0" destOrd="0" presId="urn:microsoft.com/office/officeart/2018/2/layout/IconLabelList"/>
    <dgm:cxn modelId="{6DEF3678-A162-4638-8504-007095204F68}" srcId="{6250723A-2167-4970-9891-9246885CAF81}" destId="{34D5EB25-96F3-4AC8-A81F-965B9311EF50}" srcOrd="0" destOrd="0" parTransId="{55198636-CDFB-4CDA-A8A6-862FBEE6C8CF}" sibTransId="{3CBC1317-49FA-45FA-A9AD-2A8B1436DA9C}"/>
    <dgm:cxn modelId="{A2097E91-13E0-4FFE-9530-525BCCB96172}" type="presOf" srcId="{CB421DE5-59EA-41C9-8DCA-7AF843D879AF}" destId="{C72077E2-B70A-4A90-8C06-AB4DEDCEB965}" srcOrd="0" destOrd="0" presId="urn:microsoft.com/office/officeart/2018/2/layout/IconLabelList"/>
    <dgm:cxn modelId="{6AC682CE-562C-4F22-83E2-1951AC1D6D79}" srcId="{6250723A-2167-4970-9891-9246885CAF81}" destId="{D29A9437-2630-4937-A06A-4184B9DD88A7}" srcOrd="1" destOrd="0" parTransId="{3B997993-69C2-46DF-A759-5DF75164AC7B}" sibTransId="{112903A9-68EA-420C-8A73-941BC5E57857}"/>
    <dgm:cxn modelId="{C79D17D6-96A1-45B3-9279-9086704C3276}" type="presOf" srcId="{34D5EB25-96F3-4AC8-A81F-965B9311EF50}" destId="{6B1A6AA3-2C27-49F3-94F6-9E186D26E534}" srcOrd="0" destOrd="0" presId="urn:microsoft.com/office/officeart/2018/2/layout/IconLabelList"/>
    <dgm:cxn modelId="{CAB21DE2-65FB-43B7-90BA-1C24DC455D37}" type="presOf" srcId="{228F4BF3-57A0-4877-B9A8-28DA22CA79BB}" destId="{79725621-5561-4D13-80FB-5A4EF0C98F40}" srcOrd="0" destOrd="0" presId="urn:microsoft.com/office/officeart/2018/2/layout/IconLabelList"/>
    <dgm:cxn modelId="{ADB308FF-A9D3-4244-BF88-F5F18CA11B7A}" type="presOf" srcId="{6250723A-2167-4970-9891-9246885CAF81}" destId="{A2E5B218-5C6E-40E0-8392-45287BB2DE81}" srcOrd="0" destOrd="0" presId="urn:microsoft.com/office/officeart/2018/2/layout/IconLabelList"/>
    <dgm:cxn modelId="{2925B3FF-DBF7-4670-BFF5-15AEE1448C27}" type="presParOf" srcId="{A2E5B218-5C6E-40E0-8392-45287BB2DE81}" destId="{D046823D-CE4F-4CFD-8BD2-CBFE697F1F59}" srcOrd="0" destOrd="0" presId="urn:microsoft.com/office/officeart/2018/2/layout/IconLabelList"/>
    <dgm:cxn modelId="{C49166A8-338F-4BD6-A980-2F6017E415E5}" type="presParOf" srcId="{D046823D-CE4F-4CFD-8BD2-CBFE697F1F59}" destId="{779289FB-F839-4FDB-8BA1-357B7286665D}" srcOrd="0" destOrd="0" presId="urn:microsoft.com/office/officeart/2018/2/layout/IconLabelList"/>
    <dgm:cxn modelId="{70653B6A-340B-4379-832F-3D9B3844C8D9}" type="presParOf" srcId="{D046823D-CE4F-4CFD-8BD2-CBFE697F1F59}" destId="{FCA0C908-D603-4088-9E29-109CF46B9D67}" srcOrd="1" destOrd="0" presId="urn:microsoft.com/office/officeart/2018/2/layout/IconLabelList"/>
    <dgm:cxn modelId="{CA36EAD5-2855-4326-BDE6-94DB079EA0CB}" type="presParOf" srcId="{D046823D-CE4F-4CFD-8BD2-CBFE697F1F59}" destId="{6B1A6AA3-2C27-49F3-94F6-9E186D26E534}" srcOrd="2" destOrd="0" presId="urn:microsoft.com/office/officeart/2018/2/layout/IconLabelList"/>
    <dgm:cxn modelId="{AEAC4E55-E931-4256-8E4B-21AA414433B8}" type="presParOf" srcId="{A2E5B218-5C6E-40E0-8392-45287BB2DE81}" destId="{BA1EEA7A-3C0A-41B1-BB88-8BBEEEB1947C}" srcOrd="1" destOrd="0" presId="urn:microsoft.com/office/officeart/2018/2/layout/IconLabelList"/>
    <dgm:cxn modelId="{8D0988CE-912D-4E79-85A2-F81520D4444C}" type="presParOf" srcId="{A2E5B218-5C6E-40E0-8392-45287BB2DE81}" destId="{02EF29B0-BC32-489B-9EFD-C923596E8FF6}" srcOrd="2" destOrd="0" presId="urn:microsoft.com/office/officeart/2018/2/layout/IconLabelList"/>
    <dgm:cxn modelId="{AD2B66E8-1B09-4B14-9ABB-8A790273FAFB}" type="presParOf" srcId="{02EF29B0-BC32-489B-9EFD-C923596E8FF6}" destId="{F3CADB3D-E5D9-44B2-B9C8-FBEE77524B2B}" srcOrd="0" destOrd="0" presId="urn:microsoft.com/office/officeart/2018/2/layout/IconLabelList"/>
    <dgm:cxn modelId="{DECF3F42-F084-43DA-8814-E51B1D5DC0A4}" type="presParOf" srcId="{02EF29B0-BC32-489B-9EFD-C923596E8FF6}" destId="{C175F9E0-F2E2-48AD-8697-238A9DE9E1D8}" srcOrd="1" destOrd="0" presId="urn:microsoft.com/office/officeart/2018/2/layout/IconLabelList"/>
    <dgm:cxn modelId="{31C6CE63-2ED7-4C83-A6A4-32831C6B12B7}" type="presParOf" srcId="{02EF29B0-BC32-489B-9EFD-C923596E8FF6}" destId="{52E775C3-A27B-4537-BFC2-4BA4EAF632C8}" srcOrd="2" destOrd="0" presId="urn:microsoft.com/office/officeart/2018/2/layout/IconLabelList"/>
    <dgm:cxn modelId="{B14EF296-710C-46B5-AA59-3D73682C31C9}" type="presParOf" srcId="{A2E5B218-5C6E-40E0-8392-45287BB2DE81}" destId="{4E56FBE4-068F-4BE9-9CB0-1300872EAFB6}" srcOrd="3" destOrd="0" presId="urn:microsoft.com/office/officeart/2018/2/layout/IconLabelList"/>
    <dgm:cxn modelId="{A7002B70-A098-4247-B91B-8059F31B0F6B}" type="presParOf" srcId="{A2E5B218-5C6E-40E0-8392-45287BB2DE81}" destId="{AE86DDFF-C42A-415C-8E7C-B1C5AF50CB19}" srcOrd="4" destOrd="0" presId="urn:microsoft.com/office/officeart/2018/2/layout/IconLabelList"/>
    <dgm:cxn modelId="{3B0146A3-DF2B-4A55-AD59-6487E5E9CAF7}" type="presParOf" srcId="{AE86DDFF-C42A-415C-8E7C-B1C5AF50CB19}" destId="{4A394082-C5AB-41C3-99A2-95FCA16F2E17}" srcOrd="0" destOrd="0" presId="urn:microsoft.com/office/officeart/2018/2/layout/IconLabelList"/>
    <dgm:cxn modelId="{F1FF96A5-9628-4C51-A0FF-AE174CF7DF34}" type="presParOf" srcId="{AE86DDFF-C42A-415C-8E7C-B1C5AF50CB19}" destId="{C0479E16-AE5A-420F-ADAB-B312C37A84F3}" srcOrd="1" destOrd="0" presId="urn:microsoft.com/office/officeart/2018/2/layout/IconLabelList"/>
    <dgm:cxn modelId="{CC142B14-FCBD-4275-9363-C9F59B1ED513}" type="presParOf" srcId="{AE86DDFF-C42A-415C-8E7C-B1C5AF50CB19}" destId="{C72077E2-B70A-4A90-8C06-AB4DEDCEB965}" srcOrd="2" destOrd="0" presId="urn:microsoft.com/office/officeart/2018/2/layout/IconLabelList"/>
    <dgm:cxn modelId="{717E82AF-5028-4268-BD2C-52C7891681FA}" type="presParOf" srcId="{A2E5B218-5C6E-40E0-8392-45287BB2DE81}" destId="{E03345AF-E40E-4A8E-8FA9-067EA5068B3B}" srcOrd="5" destOrd="0" presId="urn:microsoft.com/office/officeart/2018/2/layout/IconLabelList"/>
    <dgm:cxn modelId="{CE9BE528-65F4-4AE2-BC78-D09ABDDA2A56}" type="presParOf" srcId="{A2E5B218-5C6E-40E0-8392-45287BB2DE81}" destId="{112950CE-F0A0-43AC-8FA0-6A7B0848A1D0}" srcOrd="6" destOrd="0" presId="urn:microsoft.com/office/officeart/2018/2/layout/IconLabelList"/>
    <dgm:cxn modelId="{17B81EA1-0193-4019-89C3-1AB24821D804}" type="presParOf" srcId="{112950CE-F0A0-43AC-8FA0-6A7B0848A1D0}" destId="{14EF3B7D-C388-4C31-BFD6-DE6F4F01D379}" srcOrd="0" destOrd="0" presId="urn:microsoft.com/office/officeart/2018/2/layout/IconLabelList"/>
    <dgm:cxn modelId="{A26CC304-7009-4A2E-91C8-F381E67B4790}" type="presParOf" srcId="{112950CE-F0A0-43AC-8FA0-6A7B0848A1D0}" destId="{EA73298C-65EC-4800-939F-85F174E52E79}" srcOrd="1" destOrd="0" presId="urn:microsoft.com/office/officeart/2018/2/layout/IconLabelList"/>
    <dgm:cxn modelId="{659F0BC1-ED63-410A-B799-08956825AF8A}" type="presParOf" srcId="{112950CE-F0A0-43AC-8FA0-6A7B0848A1D0}" destId="{79725621-5561-4D13-80FB-5A4EF0C98F4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EE5F7F1-5CFC-448B-8EF8-6EF29A4E5C8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59D1A7C-1E51-4276-AB30-34A6F87086F6}">
      <dgm:prSet/>
      <dgm:spPr/>
      <dgm:t>
        <a:bodyPr/>
        <a:lstStyle/>
        <a:p>
          <a:r>
            <a:rPr lang="en-US"/>
            <a:t>Model successfully classifies wine quality</a:t>
          </a:r>
        </a:p>
      </dgm:t>
    </dgm:pt>
    <dgm:pt modelId="{4B9E95F3-DA64-4465-9863-AB46FA9BF0FD}" type="parTrans" cxnId="{57C11A53-8A3B-4F81-ABFF-9539E2E8737D}">
      <dgm:prSet/>
      <dgm:spPr/>
      <dgm:t>
        <a:bodyPr/>
        <a:lstStyle/>
        <a:p>
          <a:endParaRPr lang="en-US"/>
        </a:p>
      </dgm:t>
    </dgm:pt>
    <dgm:pt modelId="{1F2134B4-D370-48F8-B302-7BCEA41D08C3}" type="sibTrans" cxnId="{57C11A53-8A3B-4F81-ABFF-9539E2E8737D}">
      <dgm:prSet/>
      <dgm:spPr/>
      <dgm:t>
        <a:bodyPr/>
        <a:lstStyle/>
        <a:p>
          <a:endParaRPr lang="en-US"/>
        </a:p>
      </dgm:t>
    </dgm:pt>
    <dgm:pt modelId="{8B9F0D52-DE3B-49FC-97DD-57B4B73DE981}">
      <dgm:prSet/>
      <dgm:spPr/>
      <dgm:t>
        <a:bodyPr/>
        <a:lstStyle/>
        <a:p>
          <a:r>
            <a:rPr lang="en-US"/>
            <a:t>High accuracy achieved using Random Forest</a:t>
          </a:r>
        </a:p>
      </dgm:t>
    </dgm:pt>
    <dgm:pt modelId="{76DB5D5A-7950-40EF-8CBA-69A8A8103C15}" type="parTrans" cxnId="{6C3411BD-8001-483E-A9F8-A66F57BEB390}">
      <dgm:prSet/>
      <dgm:spPr/>
      <dgm:t>
        <a:bodyPr/>
        <a:lstStyle/>
        <a:p>
          <a:endParaRPr lang="en-US"/>
        </a:p>
      </dgm:t>
    </dgm:pt>
    <dgm:pt modelId="{3D7DC835-D150-4980-9762-90D79A723726}" type="sibTrans" cxnId="{6C3411BD-8001-483E-A9F8-A66F57BEB390}">
      <dgm:prSet/>
      <dgm:spPr/>
      <dgm:t>
        <a:bodyPr/>
        <a:lstStyle/>
        <a:p>
          <a:endParaRPr lang="en-US"/>
        </a:p>
      </dgm:t>
    </dgm:pt>
    <dgm:pt modelId="{5AC8C986-45FD-4BB2-BC1C-0B4AF7E361D0}">
      <dgm:prSet/>
      <dgm:spPr/>
      <dgm:t>
        <a:bodyPr/>
        <a:lstStyle/>
        <a:p>
          <a:r>
            <a:rPr lang="en-US"/>
            <a:t>Important features identified clearly</a:t>
          </a:r>
        </a:p>
      </dgm:t>
    </dgm:pt>
    <dgm:pt modelId="{11BE0EF7-C9CC-4DF9-8E45-9F62A61393C7}" type="parTrans" cxnId="{E4D098D4-27A7-4488-BD3F-3FA45B5115B1}">
      <dgm:prSet/>
      <dgm:spPr/>
      <dgm:t>
        <a:bodyPr/>
        <a:lstStyle/>
        <a:p>
          <a:endParaRPr lang="en-US"/>
        </a:p>
      </dgm:t>
    </dgm:pt>
    <dgm:pt modelId="{EE784353-E9CC-492C-8A42-EFCED2D40F42}" type="sibTrans" cxnId="{E4D098D4-27A7-4488-BD3F-3FA45B5115B1}">
      <dgm:prSet/>
      <dgm:spPr/>
      <dgm:t>
        <a:bodyPr/>
        <a:lstStyle/>
        <a:p>
          <a:endParaRPr lang="en-US"/>
        </a:p>
      </dgm:t>
    </dgm:pt>
    <dgm:pt modelId="{69974E86-5B96-4D7E-84F1-130A8CCE9893}">
      <dgm:prSet/>
      <dgm:spPr/>
      <dgm:t>
        <a:bodyPr/>
        <a:lstStyle/>
        <a:p>
          <a:r>
            <a:rPr lang="en-US"/>
            <a:t>Application provides real-time usability</a:t>
          </a:r>
        </a:p>
      </dgm:t>
    </dgm:pt>
    <dgm:pt modelId="{F894B078-2E7B-4AE0-9B3F-77911000EC83}" type="parTrans" cxnId="{AE752D3D-5A26-48F9-8C88-23984D01434C}">
      <dgm:prSet/>
      <dgm:spPr/>
      <dgm:t>
        <a:bodyPr/>
        <a:lstStyle/>
        <a:p>
          <a:endParaRPr lang="en-US"/>
        </a:p>
      </dgm:t>
    </dgm:pt>
    <dgm:pt modelId="{E6E15C1B-18A8-4A86-8801-1278F8A3FF6A}" type="sibTrans" cxnId="{AE752D3D-5A26-48F9-8C88-23984D01434C}">
      <dgm:prSet/>
      <dgm:spPr/>
      <dgm:t>
        <a:bodyPr/>
        <a:lstStyle/>
        <a:p>
          <a:endParaRPr lang="en-US"/>
        </a:p>
      </dgm:t>
    </dgm:pt>
    <dgm:pt modelId="{1BB3179A-CDCB-4E7F-A63C-C18480D10B38}" type="pres">
      <dgm:prSet presAssocID="{AEE5F7F1-5CFC-448B-8EF8-6EF29A4E5C81}" presName="root" presStyleCnt="0">
        <dgm:presLayoutVars>
          <dgm:dir/>
          <dgm:resizeHandles val="exact"/>
        </dgm:presLayoutVars>
      </dgm:prSet>
      <dgm:spPr/>
    </dgm:pt>
    <dgm:pt modelId="{F6FA1BC2-226A-43FD-9460-8566EAA2EA54}" type="pres">
      <dgm:prSet presAssocID="{D59D1A7C-1E51-4276-AB30-34A6F87086F6}" presName="compNode" presStyleCnt="0"/>
      <dgm:spPr/>
    </dgm:pt>
    <dgm:pt modelId="{B1147582-E336-465A-8796-CC5BD3085B09}" type="pres">
      <dgm:prSet presAssocID="{D59D1A7C-1E51-4276-AB30-34A6F87086F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e"/>
        </a:ext>
      </dgm:extLst>
    </dgm:pt>
    <dgm:pt modelId="{D4A1D228-EB3A-446B-A550-B743E0695AF7}" type="pres">
      <dgm:prSet presAssocID="{D59D1A7C-1E51-4276-AB30-34A6F87086F6}" presName="spaceRect" presStyleCnt="0"/>
      <dgm:spPr/>
    </dgm:pt>
    <dgm:pt modelId="{FDEF5CA8-5154-4782-B013-C94809ADD5F6}" type="pres">
      <dgm:prSet presAssocID="{D59D1A7C-1E51-4276-AB30-34A6F87086F6}" presName="textRect" presStyleLbl="revTx" presStyleIdx="0" presStyleCnt="4">
        <dgm:presLayoutVars>
          <dgm:chMax val="1"/>
          <dgm:chPref val="1"/>
        </dgm:presLayoutVars>
      </dgm:prSet>
      <dgm:spPr/>
    </dgm:pt>
    <dgm:pt modelId="{F86C11B8-F653-41FA-ACBC-B7A2EFBB7032}" type="pres">
      <dgm:prSet presAssocID="{1F2134B4-D370-48F8-B302-7BCEA41D08C3}" presName="sibTrans" presStyleCnt="0"/>
      <dgm:spPr/>
    </dgm:pt>
    <dgm:pt modelId="{7689D697-3570-470F-85B9-36904402D391}" type="pres">
      <dgm:prSet presAssocID="{8B9F0D52-DE3B-49FC-97DD-57B4B73DE981}" presName="compNode" presStyleCnt="0"/>
      <dgm:spPr/>
    </dgm:pt>
    <dgm:pt modelId="{3F71D4E9-FADA-42B2-9AF2-47A28C4DC270}" type="pres">
      <dgm:prSet presAssocID="{8B9F0D52-DE3B-49FC-97DD-57B4B73DE98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AF81701-A2B5-443C-A6CE-ECD27C03ECCC}" type="pres">
      <dgm:prSet presAssocID="{8B9F0D52-DE3B-49FC-97DD-57B4B73DE981}" presName="spaceRect" presStyleCnt="0"/>
      <dgm:spPr/>
    </dgm:pt>
    <dgm:pt modelId="{DC251D15-D177-41DB-8C29-31816C4CACBB}" type="pres">
      <dgm:prSet presAssocID="{8B9F0D52-DE3B-49FC-97DD-57B4B73DE981}" presName="textRect" presStyleLbl="revTx" presStyleIdx="1" presStyleCnt="4">
        <dgm:presLayoutVars>
          <dgm:chMax val="1"/>
          <dgm:chPref val="1"/>
        </dgm:presLayoutVars>
      </dgm:prSet>
      <dgm:spPr/>
    </dgm:pt>
    <dgm:pt modelId="{4E226D3A-A43F-43CC-9F3E-18AE85BF9E71}" type="pres">
      <dgm:prSet presAssocID="{3D7DC835-D150-4980-9762-90D79A723726}" presName="sibTrans" presStyleCnt="0"/>
      <dgm:spPr/>
    </dgm:pt>
    <dgm:pt modelId="{2636562A-8BC2-4182-8DE7-CA23082641A8}" type="pres">
      <dgm:prSet presAssocID="{5AC8C986-45FD-4BB2-BC1C-0B4AF7E361D0}" presName="compNode" presStyleCnt="0"/>
      <dgm:spPr/>
    </dgm:pt>
    <dgm:pt modelId="{9F78F47F-1B5D-4396-89D8-6BADE66AF68A}" type="pres">
      <dgm:prSet presAssocID="{5AC8C986-45FD-4BB2-BC1C-0B4AF7E361D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3988238A-B014-4CFA-8A36-7A81446F07DA}" type="pres">
      <dgm:prSet presAssocID="{5AC8C986-45FD-4BB2-BC1C-0B4AF7E361D0}" presName="spaceRect" presStyleCnt="0"/>
      <dgm:spPr/>
    </dgm:pt>
    <dgm:pt modelId="{7DB53784-96F2-4959-9ABB-8FC3FAE40CD6}" type="pres">
      <dgm:prSet presAssocID="{5AC8C986-45FD-4BB2-BC1C-0B4AF7E361D0}" presName="textRect" presStyleLbl="revTx" presStyleIdx="2" presStyleCnt="4">
        <dgm:presLayoutVars>
          <dgm:chMax val="1"/>
          <dgm:chPref val="1"/>
        </dgm:presLayoutVars>
      </dgm:prSet>
      <dgm:spPr/>
    </dgm:pt>
    <dgm:pt modelId="{07F05BEF-8624-4B1A-A609-3110976B2D55}" type="pres">
      <dgm:prSet presAssocID="{EE784353-E9CC-492C-8A42-EFCED2D40F42}" presName="sibTrans" presStyleCnt="0"/>
      <dgm:spPr/>
    </dgm:pt>
    <dgm:pt modelId="{7FB8B8B2-7B88-40DF-9F4B-C50ED7BCC632}" type="pres">
      <dgm:prSet presAssocID="{69974E86-5B96-4D7E-84F1-130A8CCE9893}" presName="compNode" presStyleCnt="0"/>
      <dgm:spPr/>
    </dgm:pt>
    <dgm:pt modelId="{8F2C5E33-A0CD-4D0D-97C7-6BBA7A670C60}" type="pres">
      <dgm:prSet presAssocID="{69974E86-5B96-4D7E-84F1-130A8CCE989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BDCC843-FED1-43B1-A7FC-9D59197A8FB4}" type="pres">
      <dgm:prSet presAssocID="{69974E86-5B96-4D7E-84F1-130A8CCE9893}" presName="spaceRect" presStyleCnt="0"/>
      <dgm:spPr/>
    </dgm:pt>
    <dgm:pt modelId="{147CB950-7AB0-4DD5-A71A-2BB4132ACF12}" type="pres">
      <dgm:prSet presAssocID="{69974E86-5B96-4D7E-84F1-130A8CCE989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D2ED209-AFF8-484A-AB03-5F97756AECAF}" type="presOf" srcId="{D59D1A7C-1E51-4276-AB30-34A6F87086F6}" destId="{FDEF5CA8-5154-4782-B013-C94809ADD5F6}" srcOrd="0" destOrd="0" presId="urn:microsoft.com/office/officeart/2018/2/layout/IconLabelList"/>
    <dgm:cxn modelId="{AE752D3D-5A26-48F9-8C88-23984D01434C}" srcId="{AEE5F7F1-5CFC-448B-8EF8-6EF29A4E5C81}" destId="{69974E86-5B96-4D7E-84F1-130A8CCE9893}" srcOrd="3" destOrd="0" parTransId="{F894B078-2E7B-4AE0-9B3F-77911000EC83}" sibTransId="{E6E15C1B-18A8-4A86-8801-1278F8A3FF6A}"/>
    <dgm:cxn modelId="{EEEBA44A-6C9D-4136-BB55-F66C749EDDE4}" type="presOf" srcId="{AEE5F7F1-5CFC-448B-8EF8-6EF29A4E5C81}" destId="{1BB3179A-CDCB-4E7F-A63C-C18480D10B38}" srcOrd="0" destOrd="0" presId="urn:microsoft.com/office/officeart/2018/2/layout/IconLabelList"/>
    <dgm:cxn modelId="{57C11A53-8A3B-4F81-ABFF-9539E2E8737D}" srcId="{AEE5F7F1-5CFC-448B-8EF8-6EF29A4E5C81}" destId="{D59D1A7C-1E51-4276-AB30-34A6F87086F6}" srcOrd="0" destOrd="0" parTransId="{4B9E95F3-DA64-4465-9863-AB46FA9BF0FD}" sibTransId="{1F2134B4-D370-48F8-B302-7BCEA41D08C3}"/>
    <dgm:cxn modelId="{A4A2C3A9-1BA6-4636-A10A-F9689DA05EC5}" type="presOf" srcId="{5AC8C986-45FD-4BB2-BC1C-0B4AF7E361D0}" destId="{7DB53784-96F2-4959-9ABB-8FC3FAE40CD6}" srcOrd="0" destOrd="0" presId="urn:microsoft.com/office/officeart/2018/2/layout/IconLabelList"/>
    <dgm:cxn modelId="{6C3411BD-8001-483E-A9F8-A66F57BEB390}" srcId="{AEE5F7F1-5CFC-448B-8EF8-6EF29A4E5C81}" destId="{8B9F0D52-DE3B-49FC-97DD-57B4B73DE981}" srcOrd="1" destOrd="0" parTransId="{76DB5D5A-7950-40EF-8CBA-69A8A8103C15}" sibTransId="{3D7DC835-D150-4980-9762-90D79A723726}"/>
    <dgm:cxn modelId="{6E0895C7-6F47-4B67-8FEB-DB8A0AEFD8F9}" type="presOf" srcId="{69974E86-5B96-4D7E-84F1-130A8CCE9893}" destId="{147CB950-7AB0-4DD5-A71A-2BB4132ACF12}" srcOrd="0" destOrd="0" presId="urn:microsoft.com/office/officeart/2018/2/layout/IconLabelList"/>
    <dgm:cxn modelId="{E4D098D4-27A7-4488-BD3F-3FA45B5115B1}" srcId="{AEE5F7F1-5CFC-448B-8EF8-6EF29A4E5C81}" destId="{5AC8C986-45FD-4BB2-BC1C-0B4AF7E361D0}" srcOrd="2" destOrd="0" parTransId="{11BE0EF7-C9CC-4DF9-8E45-9F62A61393C7}" sibTransId="{EE784353-E9CC-492C-8A42-EFCED2D40F42}"/>
    <dgm:cxn modelId="{825B34E8-F18D-4B2B-898C-DEEEE56133C8}" type="presOf" srcId="{8B9F0D52-DE3B-49FC-97DD-57B4B73DE981}" destId="{DC251D15-D177-41DB-8C29-31816C4CACBB}" srcOrd="0" destOrd="0" presId="urn:microsoft.com/office/officeart/2018/2/layout/IconLabelList"/>
    <dgm:cxn modelId="{93A97BBF-657A-4740-9BEB-D50144E1D090}" type="presParOf" srcId="{1BB3179A-CDCB-4E7F-A63C-C18480D10B38}" destId="{F6FA1BC2-226A-43FD-9460-8566EAA2EA54}" srcOrd="0" destOrd="0" presId="urn:microsoft.com/office/officeart/2018/2/layout/IconLabelList"/>
    <dgm:cxn modelId="{2DB54623-6451-4DF9-BB0E-4FDAE16963B1}" type="presParOf" srcId="{F6FA1BC2-226A-43FD-9460-8566EAA2EA54}" destId="{B1147582-E336-465A-8796-CC5BD3085B09}" srcOrd="0" destOrd="0" presId="urn:microsoft.com/office/officeart/2018/2/layout/IconLabelList"/>
    <dgm:cxn modelId="{E0F55FD8-00D3-440D-A1A8-A9AB93F83C67}" type="presParOf" srcId="{F6FA1BC2-226A-43FD-9460-8566EAA2EA54}" destId="{D4A1D228-EB3A-446B-A550-B743E0695AF7}" srcOrd="1" destOrd="0" presId="urn:microsoft.com/office/officeart/2018/2/layout/IconLabelList"/>
    <dgm:cxn modelId="{819D404C-76EF-4F0E-B50F-FADDC2669C9A}" type="presParOf" srcId="{F6FA1BC2-226A-43FD-9460-8566EAA2EA54}" destId="{FDEF5CA8-5154-4782-B013-C94809ADD5F6}" srcOrd="2" destOrd="0" presId="urn:microsoft.com/office/officeart/2018/2/layout/IconLabelList"/>
    <dgm:cxn modelId="{F5BDC12C-EC1C-4191-997B-2ED281F40D3C}" type="presParOf" srcId="{1BB3179A-CDCB-4E7F-A63C-C18480D10B38}" destId="{F86C11B8-F653-41FA-ACBC-B7A2EFBB7032}" srcOrd="1" destOrd="0" presId="urn:microsoft.com/office/officeart/2018/2/layout/IconLabelList"/>
    <dgm:cxn modelId="{1698C58E-9E59-4E7D-A3B8-69B98AB1A530}" type="presParOf" srcId="{1BB3179A-CDCB-4E7F-A63C-C18480D10B38}" destId="{7689D697-3570-470F-85B9-36904402D391}" srcOrd="2" destOrd="0" presId="urn:microsoft.com/office/officeart/2018/2/layout/IconLabelList"/>
    <dgm:cxn modelId="{F4545FEB-1A2F-4EF7-8CD8-E304B4E97802}" type="presParOf" srcId="{7689D697-3570-470F-85B9-36904402D391}" destId="{3F71D4E9-FADA-42B2-9AF2-47A28C4DC270}" srcOrd="0" destOrd="0" presId="urn:microsoft.com/office/officeart/2018/2/layout/IconLabelList"/>
    <dgm:cxn modelId="{2755EF1F-40D8-4634-BB4C-50D076B802AE}" type="presParOf" srcId="{7689D697-3570-470F-85B9-36904402D391}" destId="{AAF81701-A2B5-443C-A6CE-ECD27C03ECCC}" srcOrd="1" destOrd="0" presId="urn:microsoft.com/office/officeart/2018/2/layout/IconLabelList"/>
    <dgm:cxn modelId="{0C35D726-AD39-4801-9212-C1A3663C3978}" type="presParOf" srcId="{7689D697-3570-470F-85B9-36904402D391}" destId="{DC251D15-D177-41DB-8C29-31816C4CACBB}" srcOrd="2" destOrd="0" presId="urn:microsoft.com/office/officeart/2018/2/layout/IconLabelList"/>
    <dgm:cxn modelId="{3446B497-71DA-4E83-8DA1-D16AC937772B}" type="presParOf" srcId="{1BB3179A-CDCB-4E7F-A63C-C18480D10B38}" destId="{4E226D3A-A43F-43CC-9F3E-18AE85BF9E71}" srcOrd="3" destOrd="0" presId="urn:microsoft.com/office/officeart/2018/2/layout/IconLabelList"/>
    <dgm:cxn modelId="{1C0F4227-BC0B-438E-993F-29E191C0CC26}" type="presParOf" srcId="{1BB3179A-CDCB-4E7F-A63C-C18480D10B38}" destId="{2636562A-8BC2-4182-8DE7-CA23082641A8}" srcOrd="4" destOrd="0" presId="urn:microsoft.com/office/officeart/2018/2/layout/IconLabelList"/>
    <dgm:cxn modelId="{EF91323A-829D-49DB-A58F-E7DB6D9CA811}" type="presParOf" srcId="{2636562A-8BC2-4182-8DE7-CA23082641A8}" destId="{9F78F47F-1B5D-4396-89D8-6BADE66AF68A}" srcOrd="0" destOrd="0" presId="urn:microsoft.com/office/officeart/2018/2/layout/IconLabelList"/>
    <dgm:cxn modelId="{B37E1666-381E-422F-91D8-A385A1EC3873}" type="presParOf" srcId="{2636562A-8BC2-4182-8DE7-CA23082641A8}" destId="{3988238A-B014-4CFA-8A36-7A81446F07DA}" srcOrd="1" destOrd="0" presId="urn:microsoft.com/office/officeart/2018/2/layout/IconLabelList"/>
    <dgm:cxn modelId="{0B26724C-D359-483E-8439-2ABA7992E0DF}" type="presParOf" srcId="{2636562A-8BC2-4182-8DE7-CA23082641A8}" destId="{7DB53784-96F2-4959-9ABB-8FC3FAE40CD6}" srcOrd="2" destOrd="0" presId="urn:microsoft.com/office/officeart/2018/2/layout/IconLabelList"/>
    <dgm:cxn modelId="{268A1B75-3866-42BA-88A0-E632AE4DC941}" type="presParOf" srcId="{1BB3179A-CDCB-4E7F-A63C-C18480D10B38}" destId="{07F05BEF-8624-4B1A-A609-3110976B2D55}" srcOrd="5" destOrd="0" presId="urn:microsoft.com/office/officeart/2018/2/layout/IconLabelList"/>
    <dgm:cxn modelId="{549576C6-5DCE-48E2-A38E-C0F4901E9785}" type="presParOf" srcId="{1BB3179A-CDCB-4E7F-A63C-C18480D10B38}" destId="{7FB8B8B2-7B88-40DF-9F4B-C50ED7BCC632}" srcOrd="6" destOrd="0" presId="urn:microsoft.com/office/officeart/2018/2/layout/IconLabelList"/>
    <dgm:cxn modelId="{C533DC99-6DFA-4FC3-AD53-90D7F6A2FAA2}" type="presParOf" srcId="{7FB8B8B2-7B88-40DF-9F4B-C50ED7BCC632}" destId="{8F2C5E33-A0CD-4D0D-97C7-6BBA7A670C60}" srcOrd="0" destOrd="0" presId="urn:microsoft.com/office/officeart/2018/2/layout/IconLabelList"/>
    <dgm:cxn modelId="{B4480FC5-1421-40BC-9D16-5CD332117F83}" type="presParOf" srcId="{7FB8B8B2-7B88-40DF-9F4B-C50ED7BCC632}" destId="{1BDCC843-FED1-43B1-A7FC-9D59197A8FB4}" srcOrd="1" destOrd="0" presId="urn:microsoft.com/office/officeart/2018/2/layout/IconLabelList"/>
    <dgm:cxn modelId="{1E227915-1585-48A9-9E62-15D2CDF21D79}" type="presParOf" srcId="{7FB8B8B2-7B88-40DF-9F4B-C50ED7BCC632}" destId="{147CB950-7AB0-4DD5-A71A-2BB4132ACF1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3664CC5-77B6-4322-A3EF-6A45412C739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986ADDF-6ABD-45DE-9516-5C61B054C80F}">
      <dgm:prSet/>
      <dgm:spPr/>
      <dgm:t>
        <a:bodyPr/>
        <a:lstStyle/>
        <a:p>
          <a:r>
            <a:rPr lang="en-US"/>
            <a:t>Machine learning can automate wine quality prediction</a:t>
          </a:r>
        </a:p>
      </dgm:t>
    </dgm:pt>
    <dgm:pt modelId="{4C33DF05-8A1F-489F-A937-1A6A893FCD00}" type="parTrans" cxnId="{DBDF5754-6A6D-4D5F-8399-7DF3D021D300}">
      <dgm:prSet/>
      <dgm:spPr/>
      <dgm:t>
        <a:bodyPr/>
        <a:lstStyle/>
        <a:p>
          <a:endParaRPr lang="en-US"/>
        </a:p>
      </dgm:t>
    </dgm:pt>
    <dgm:pt modelId="{020F5C0D-5EA8-478F-B49B-495BE3877EA7}" type="sibTrans" cxnId="{DBDF5754-6A6D-4D5F-8399-7DF3D021D300}">
      <dgm:prSet/>
      <dgm:spPr/>
      <dgm:t>
        <a:bodyPr/>
        <a:lstStyle/>
        <a:p>
          <a:endParaRPr lang="en-US"/>
        </a:p>
      </dgm:t>
    </dgm:pt>
    <dgm:pt modelId="{E0FF170C-69FE-4A98-9710-48D4356B598B}">
      <dgm:prSet/>
      <dgm:spPr/>
      <dgm:t>
        <a:bodyPr/>
        <a:lstStyle/>
        <a:p>
          <a:r>
            <a:rPr lang="en-US"/>
            <a:t>Chemical properties are strong indicators</a:t>
          </a:r>
        </a:p>
      </dgm:t>
    </dgm:pt>
    <dgm:pt modelId="{66109007-66CF-48E7-BB7D-D04839CDC436}" type="parTrans" cxnId="{A0D7BACB-2074-4DD4-AC83-AA7FAD1DC4CF}">
      <dgm:prSet/>
      <dgm:spPr/>
      <dgm:t>
        <a:bodyPr/>
        <a:lstStyle/>
        <a:p>
          <a:endParaRPr lang="en-US"/>
        </a:p>
      </dgm:t>
    </dgm:pt>
    <dgm:pt modelId="{0D3540A6-F449-4DC1-A42E-BB061346BA10}" type="sibTrans" cxnId="{A0D7BACB-2074-4DD4-AC83-AA7FAD1DC4CF}">
      <dgm:prSet/>
      <dgm:spPr/>
      <dgm:t>
        <a:bodyPr/>
        <a:lstStyle/>
        <a:p>
          <a:endParaRPr lang="en-US"/>
        </a:p>
      </dgm:t>
    </dgm:pt>
    <dgm:pt modelId="{31FE2521-3EEF-47C0-8CD5-6400E385D859}">
      <dgm:prSet/>
      <dgm:spPr/>
      <dgm:t>
        <a:bodyPr/>
        <a:lstStyle/>
        <a:p>
          <a:r>
            <a:rPr lang="en-US"/>
            <a:t>Random Forest is the most effective model</a:t>
          </a:r>
        </a:p>
      </dgm:t>
    </dgm:pt>
    <dgm:pt modelId="{70C98C2A-63E6-42C0-88AF-B4949C82DEDC}" type="parTrans" cxnId="{41925454-CC73-4241-90C3-F669A44376DB}">
      <dgm:prSet/>
      <dgm:spPr/>
      <dgm:t>
        <a:bodyPr/>
        <a:lstStyle/>
        <a:p>
          <a:endParaRPr lang="en-US"/>
        </a:p>
      </dgm:t>
    </dgm:pt>
    <dgm:pt modelId="{87E61702-9DEB-4277-94CC-2E10C30825E2}" type="sibTrans" cxnId="{41925454-CC73-4241-90C3-F669A44376DB}">
      <dgm:prSet/>
      <dgm:spPr/>
      <dgm:t>
        <a:bodyPr/>
        <a:lstStyle/>
        <a:p>
          <a:endParaRPr lang="en-US"/>
        </a:p>
      </dgm:t>
    </dgm:pt>
    <dgm:pt modelId="{A69C99AB-6386-4239-8B43-19FAFC5B21C8}">
      <dgm:prSet/>
      <dgm:spPr/>
      <dgm:t>
        <a:bodyPr/>
        <a:lstStyle/>
        <a:p>
          <a:r>
            <a:rPr lang="en-US"/>
            <a:t>Interactive UI enhances user experience</a:t>
          </a:r>
        </a:p>
      </dgm:t>
    </dgm:pt>
    <dgm:pt modelId="{031E96D9-BDB9-41E8-850A-5FE69181B116}" type="parTrans" cxnId="{093801D2-0B40-483C-BE60-DB2F59F14075}">
      <dgm:prSet/>
      <dgm:spPr/>
      <dgm:t>
        <a:bodyPr/>
        <a:lstStyle/>
        <a:p>
          <a:endParaRPr lang="en-US"/>
        </a:p>
      </dgm:t>
    </dgm:pt>
    <dgm:pt modelId="{5EC5740D-7B6A-4825-BEFB-655BD659C72C}" type="sibTrans" cxnId="{093801D2-0B40-483C-BE60-DB2F59F14075}">
      <dgm:prSet/>
      <dgm:spPr/>
      <dgm:t>
        <a:bodyPr/>
        <a:lstStyle/>
        <a:p>
          <a:endParaRPr lang="en-US"/>
        </a:p>
      </dgm:t>
    </dgm:pt>
    <dgm:pt modelId="{5D269656-AB3E-46EB-9D85-7DCB8841AAF8}" type="pres">
      <dgm:prSet presAssocID="{93664CC5-77B6-4322-A3EF-6A45412C739D}" presName="root" presStyleCnt="0">
        <dgm:presLayoutVars>
          <dgm:dir/>
          <dgm:resizeHandles val="exact"/>
        </dgm:presLayoutVars>
      </dgm:prSet>
      <dgm:spPr/>
    </dgm:pt>
    <dgm:pt modelId="{09969617-BF7B-47E3-9DD5-7E465CD5CD43}" type="pres">
      <dgm:prSet presAssocID="{0986ADDF-6ABD-45DE-9516-5C61B054C80F}" presName="compNode" presStyleCnt="0"/>
      <dgm:spPr/>
    </dgm:pt>
    <dgm:pt modelId="{2F59C4D2-C892-4369-9E82-AB308D615769}" type="pres">
      <dgm:prSet presAssocID="{0986ADDF-6ABD-45DE-9516-5C61B054C80F}" presName="bgRect" presStyleLbl="bgShp" presStyleIdx="0" presStyleCnt="4"/>
      <dgm:spPr/>
    </dgm:pt>
    <dgm:pt modelId="{6EE28105-7499-43CC-845F-2E08D202580D}" type="pres">
      <dgm:prSet presAssocID="{0986ADDF-6ABD-45DE-9516-5C61B054C80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e"/>
        </a:ext>
      </dgm:extLst>
    </dgm:pt>
    <dgm:pt modelId="{1EFDC207-1AC3-496C-B46F-B84430D1B00B}" type="pres">
      <dgm:prSet presAssocID="{0986ADDF-6ABD-45DE-9516-5C61B054C80F}" presName="spaceRect" presStyleCnt="0"/>
      <dgm:spPr/>
    </dgm:pt>
    <dgm:pt modelId="{77AA5E9E-33A4-4DB3-BF67-B355F09D248A}" type="pres">
      <dgm:prSet presAssocID="{0986ADDF-6ABD-45DE-9516-5C61B054C80F}" presName="parTx" presStyleLbl="revTx" presStyleIdx="0" presStyleCnt="4">
        <dgm:presLayoutVars>
          <dgm:chMax val="0"/>
          <dgm:chPref val="0"/>
        </dgm:presLayoutVars>
      </dgm:prSet>
      <dgm:spPr/>
    </dgm:pt>
    <dgm:pt modelId="{94299E0E-7E7D-48C5-A4D4-DE0E5D07DCEA}" type="pres">
      <dgm:prSet presAssocID="{020F5C0D-5EA8-478F-B49B-495BE3877EA7}" presName="sibTrans" presStyleCnt="0"/>
      <dgm:spPr/>
    </dgm:pt>
    <dgm:pt modelId="{4694853F-EE3E-4390-9595-48024F1E4719}" type="pres">
      <dgm:prSet presAssocID="{E0FF170C-69FE-4A98-9710-48D4356B598B}" presName="compNode" presStyleCnt="0"/>
      <dgm:spPr/>
    </dgm:pt>
    <dgm:pt modelId="{BFFD5B2C-65E1-4F46-8B16-70BA92ABF9FF}" type="pres">
      <dgm:prSet presAssocID="{E0FF170C-69FE-4A98-9710-48D4356B598B}" presName="bgRect" presStyleLbl="bgShp" presStyleIdx="1" presStyleCnt="4"/>
      <dgm:spPr/>
    </dgm:pt>
    <dgm:pt modelId="{70BB1393-FEEE-4EED-8808-F3BBF6B31442}" type="pres">
      <dgm:prSet presAssocID="{E0FF170C-69FE-4A98-9710-48D4356B598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27E388F1-D770-4831-AB9A-16CAF9CF5737}" type="pres">
      <dgm:prSet presAssocID="{E0FF170C-69FE-4A98-9710-48D4356B598B}" presName="spaceRect" presStyleCnt="0"/>
      <dgm:spPr/>
    </dgm:pt>
    <dgm:pt modelId="{3AFADE9C-FB9D-499F-98C4-868255F06231}" type="pres">
      <dgm:prSet presAssocID="{E0FF170C-69FE-4A98-9710-48D4356B598B}" presName="parTx" presStyleLbl="revTx" presStyleIdx="1" presStyleCnt="4">
        <dgm:presLayoutVars>
          <dgm:chMax val="0"/>
          <dgm:chPref val="0"/>
        </dgm:presLayoutVars>
      </dgm:prSet>
      <dgm:spPr/>
    </dgm:pt>
    <dgm:pt modelId="{7A85F51C-CB31-44AA-9549-6455AEB1FFF8}" type="pres">
      <dgm:prSet presAssocID="{0D3540A6-F449-4DC1-A42E-BB061346BA10}" presName="sibTrans" presStyleCnt="0"/>
      <dgm:spPr/>
    </dgm:pt>
    <dgm:pt modelId="{55DAA963-575B-4196-9BDE-873B7A628CC7}" type="pres">
      <dgm:prSet presAssocID="{31FE2521-3EEF-47C0-8CD5-6400E385D859}" presName="compNode" presStyleCnt="0"/>
      <dgm:spPr/>
    </dgm:pt>
    <dgm:pt modelId="{ACF1F5DC-2E21-4A40-B26C-C53CFB15017C}" type="pres">
      <dgm:prSet presAssocID="{31FE2521-3EEF-47C0-8CD5-6400E385D859}" presName="bgRect" presStyleLbl="bgShp" presStyleIdx="2" presStyleCnt="4"/>
      <dgm:spPr/>
    </dgm:pt>
    <dgm:pt modelId="{76260699-6F10-4A5C-B4F2-7530DD267281}" type="pres">
      <dgm:prSet presAssocID="{31FE2521-3EEF-47C0-8CD5-6400E385D85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CA24EDE1-D877-4076-9C50-23CDFD9A96F9}" type="pres">
      <dgm:prSet presAssocID="{31FE2521-3EEF-47C0-8CD5-6400E385D859}" presName="spaceRect" presStyleCnt="0"/>
      <dgm:spPr/>
    </dgm:pt>
    <dgm:pt modelId="{12403D83-1EF8-421D-BA6C-BA52E129B29F}" type="pres">
      <dgm:prSet presAssocID="{31FE2521-3EEF-47C0-8CD5-6400E385D859}" presName="parTx" presStyleLbl="revTx" presStyleIdx="2" presStyleCnt="4">
        <dgm:presLayoutVars>
          <dgm:chMax val="0"/>
          <dgm:chPref val="0"/>
        </dgm:presLayoutVars>
      </dgm:prSet>
      <dgm:spPr/>
    </dgm:pt>
    <dgm:pt modelId="{A9C43B59-27B4-4038-81B9-898643E1D08E}" type="pres">
      <dgm:prSet presAssocID="{87E61702-9DEB-4277-94CC-2E10C30825E2}" presName="sibTrans" presStyleCnt="0"/>
      <dgm:spPr/>
    </dgm:pt>
    <dgm:pt modelId="{C288D316-ADAA-42E4-8E35-2AABA11DA142}" type="pres">
      <dgm:prSet presAssocID="{A69C99AB-6386-4239-8B43-19FAFC5B21C8}" presName="compNode" presStyleCnt="0"/>
      <dgm:spPr/>
    </dgm:pt>
    <dgm:pt modelId="{E100DBBD-161D-4E5B-A5F2-AED182DA4020}" type="pres">
      <dgm:prSet presAssocID="{A69C99AB-6386-4239-8B43-19FAFC5B21C8}" presName="bgRect" presStyleLbl="bgShp" presStyleIdx="3" presStyleCnt="4"/>
      <dgm:spPr/>
    </dgm:pt>
    <dgm:pt modelId="{59A1C115-ACB3-4A5D-B6F6-A2D1BFF9E84C}" type="pres">
      <dgm:prSet presAssocID="{A69C99AB-6386-4239-8B43-19FAFC5B21C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29A44A9-CE42-4955-A772-E86DD37E376F}" type="pres">
      <dgm:prSet presAssocID="{A69C99AB-6386-4239-8B43-19FAFC5B21C8}" presName="spaceRect" presStyleCnt="0"/>
      <dgm:spPr/>
    </dgm:pt>
    <dgm:pt modelId="{A21CD80B-7207-4311-A274-ACBF652A5879}" type="pres">
      <dgm:prSet presAssocID="{A69C99AB-6386-4239-8B43-19FAFC5B21C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58EDE1A-FF10-4366-8D03-C0419A320475}" type="presOf" srcId="{93664CC5-77B6-4322-A3EF-6A45412C739D}" destId="{5D269656-AB3E-46EB-9D85-7DCB8841AAF8}" srcOrd="0" destOrd="0" presId="urn:microsoft.com/office/officeart/2018/2/layout/IconVerticalSolidList"/>
    <dgm:cxn modelId="{2E5B4454-EAF7-41CD-8090-54C54FD2810B}" type="presOf" srcId="{A69C99AB-6386-4239-8B43-19FAFC5B21C8}" destId="{A21CD80B-7207-4311-A274-ACBF652A5879}" srcOrd="0" destOrd="0" presId="urn:microsoft.com/office/officeart/2018/2/layout/IconVerticalSolidList"/>
    <dgm:cxn modelId="{41925454-CC73-4241-90C3-F669A44376DB}" srcId="{93664CC5-77B6-4322-A3EF-6A45412C739D}" destId="{31FE2521-3EEF-47C0-8CD5-6400E385D859}" srcOrd="2" destOrd="0" parTransId="{70C98C2A-63E6-42C0-88AF-B4949C82DEDC}" sibTransId="{87E61702-9DEB-4277-94CC-2E10C30825E2}"/>
    <dgm:cxn modelId="{DBDF5754-6A6D-4D5F-8399-7DF3D021D300}" srcId="{93664CC5-77B6-4322-A3EF-6A45412C739D}" destId="{0986ADDF-6ABD-45DE-9516-5C61B054C80F}" srcOrd="0" destOrd="0" parTransId="{4C33DF05-8A1F-489F-A937-1A6A893FCD00}" sibTransId="{020F5C0D-5EA8-478F-B49B-495BE3877EA7}"/>
    <dgm:cxn modelId="{C40EA9B5-9600-4354-92CE-0A8868B3E66B}" type="presOf" srcId="{0986ADDF-6ABD-45DE-9516-5C61B054C80F}" destId="{77AA5E9E-33A4-4DB3-BF67-B355F09D248A}" srcOrd="0" destOrd="0" presId="urn:microsoft.com/office/officeart/2018/2/layout/IconVerticalSolidList"/>
    <dgm:cxn modelId="{A0D7BACB-2074-4DD4-AC83-AA7FAD1DC4CF}" srcId="{93664CC5-77B6-4322-A3EF-6A45412C739D}" destId="{E0FF170C-69FE-4A98-9710-48D4356B598B}" srcOrd="1" destOrd="0" parTransId="{66109007-66CF-48E7-BB7D-D04839CDC436}" sibTransId="{0D3540A6-F449-4DC1-A42E-BB061346BA10}"/>
    <dgm:cxn modelId="{093801D2-0B40-483C-BE60-DB2F59F14075}" srcId="{93664CC5-77B6-4322-A3EF-6A45412C739D}" destId="{A69C99AB-6386-4239-8B43-19FAFC5B21C8}" srcOrd="3" destOrd="0" parTransId="{031E96D9-BDB9-41E8-850A-5FE69181B116}" sibTransId="{5EC5740D-7B6A-4825-BEFB-655BD659C72C}"/>
    <dgm:cxn modelId="{35EB77EA-53D6-4559-B443-9EA879C36412}" type="presOf" srcId="{31FE2521-3EEF-47C0-8CD5-6400E385D859}" destId="{12403D83-1EF8-421D-BA6C-BA52E129B29F}" srcOrd="0" destOrd="0" presId="urn:microsoft.com/office/officeart/2018/2/layout/IconVerticalSolidList"/>
    <dgm:cxn modelId="{E03656F7-FAC2-4D93-9C0E-F8218DA4E3A2}" type="presOf" srcId="{E0FF170C-69FE-4A98-9710-48D4356B598B}" destId="{3AFADE9C-FB9D-499F-98C4-868255F06231}" srcOrd="0" destOrd="0" presId="urn:microsoft.com/office/officeart/2018/2/layout/IconVerticalSolidList"/>
    <dgm:cxn modelId="{9029D1A7-FC70-4180-8259-9CFE736E8BB4}" type="presParOf" srcId="{5D269656-AB3E-46EB-9D85-7DCB8841AAF8}" destId="{09969617-BF7B-47E3-9DD5-7E465CD5CD43}" srcOrd="0" destOrd="0" presId="urn:microsoft.com/office/officeart/2018/2/layout/IconVerticalSolidList"/>
    <dgm:cxn modelId="{DA0E1487-12A4-47E1-BE2E-057048811410}" type="presParOf" srcId="{09969617-BF7B-47E3-9DD5-7E465CD5CD43}" destId="{2F59C4D2-C892-4369-9E82-AB308D615769}" srcOrd="0" destOrd="0" presId="urn:microsoft.com/office/officeart/2018/2/layout/IconVerticalSolidList"/>
    <dgm:cxn modelId="{5BC75D72-CFD9-46B0-A510-FCC843DB3938}" type="presParOf" srcId="{09969617-BF7B-47E3-9DD5-7E465CD5CD43}" destId="{6EE28105-7499-43CC-845F-2E08D202580D}" srcOrd="1" destOrd="0" presId="urn:microsoft.com/office/officeart/2018/2/layout/IconVerticalSolidList"/>
    <dgm:cxn modelId="{B96D2BC1-EFA7-4E96-9C96-EF10DCD345A7}" type="presParOf" srcId="{09969617-BF7B-47E3-9DD5-7E465CD5CD43}" destId="{1EFDC207-1AC3-496C-B46F-B84430D1B00B}" srcOrd="2" destOrd="0" presId="urn:microsoft.com/office/officeart/2018/2/layout/IconVerticalSolidList"/>
    <dgm:cxn modelId="{CB55544B-2630-4850-BBFD-BBB49418984E}" type="presParOf" srcId="{09969617-BF7B-47E3-9DD5-7E465CD5CD43}" destId="{77AA5E9E-33A4-4DB3-BF67-B355F09D248A}" srcOrd="3" destOrd="0" presId="urn:microsoft.com/office/officeart/2018/2/layout/IconVerticalSolidList"/>
    <dgm:cxn modelId="{A00B4D2D-6A0E-4281-BD5A-BAEC143EBD45}" type="presParOf" srcId="{5D269656-AB3E-46EB-9D85-7DCB8841AAF8}" destId="{94299E0E-7E7D-48C5-A4D4-DE0E5D07DCEA}" srcOrd="1" destOrd="0" presId="urn:microsoft.com/office/officeart/2018/2/layout/IconVerticalSolidList"/>
    <dgm:cxn modelId="{2B7219A1-D2E7-4F44-A352-5CFFF77FCFA0}" type="presParOf" srcId="{5D269656-AB3E-46EB-9D85-7DCB8841AAF8}" destId="{4694853F-EE3E-4390-9595-48024F1E4719}" srcOrd="2" destOrd="0" presId="urn:microsoft.com/office/officeart/2018/2/layout/IconVerticalSolidList"/>
    <dgm:cxn modelId="{FA3D0ABF-DAA2-482D-9809-1C822C37686A}" type="presParOf" srcId="{4694853F-EE3E-4390-9595-48024F1E4719}" destId="{BFFD5B2C-65E1-4F46-8B16-70BA92ABF9FF}" srcOrd="0" destOrd="0" presId="urn:microsoft.com/office/officeart/2018/2/layout/IconVerticalSolidList"/>
    <dgm:cxn modelId="{FEF65758-ED3A-4FF7-A5EA-4AE482F3D5BD}" type="presParOf" srcId="{4694853F-EE3E-4390-9595-48024F1E4719}" destId="{70BB1393-FEEE-4EED-8808-F3BBF6B31442}" srcOrd="1" destOrd="0" presId="urn:microsoft.com/office/officeart/2018/2/layout/IconVerticalSolidList"/>
    <dgm:cxn modelId="{8C151360-0EBB-40CF-9062-C2C66220C40F}" type="presParOf" srcId="{4694853F-EE3E-4390-9595-48024F1E4719}" destId="{27E388F1-D770-4831-AB9A-16CAF9CF5737}" srcOrd="2" destOrd="0" presId="urn:microsoft.com/office/officeart/2018/2/layout/IconVerticalSolidList"/>
    <dgm:cxn modelId="{13A9BA31-4AC3-47FA-A626-7AC6B35C2F16}" type="presParOf" srcId="{4694853F-EE3E-4390-9595-48024F1E4719}" destId="{3AFADE9C-FB9D-499F-98C4-868255F06231}" srcOrd="3" destOrd="0" presId="urn:microsoft.com/office/officeart/2018/2/layout/IconVerticalSolidList"/>
    <dgm:cxn modelId="{AC7A8EBE-A7E7-4BCC-90A3-A436B47F6686}" type="presParOf" srcId="{5D269656-AB3E-46EB-9D85-7DCB8841AAF8}" destId="{7A85F51C-CB31-44AA-9549-6455AEB1FFF8}" srcOrd="3" destOrd="0" presId="urn:microsoft.com/office/officeart/2018/2/layout/IconVerticalSolidList"/>
    <dgm:cxn modelId="{7694F1DC-5303-498A-9CED-45509FAF1B07}" type="presParOf" srcId="{5D269656-AB3E-46EB-9D85-7DCB8841AAF8}" destId="{55DAA963-575B-4196-9BDE-873B7A628CC7}" srcOrd="4" destOrd="0" presId="urn:microsoft.com/office/officeart/2018/2/layout/IconVerticalSolidList"/>
    <dgm:cxn modelId="{EBD8A14A-4216-4C8B-8494-ABFB4B015BA3}" type="presParOf" srcId="{55DAA963-575B-4196-9BDE-873B7A628CC7}" destId="{ACF1F5DC-2E21-4A40-B26C-C53CFB15017C}" srcOrd="0" destOrd="0" presId="urn:microsoft.com/office/officeart/2018/2/layout/IconVerticalSolidList"/>
    <dgm:cxn modelId="{8DB37A69-5191-4A74-95C9-4AD4A82D5782}" type="presParOf" srcId="{55DAA963-575B-4196-9BDE-873B7A628CC7}" destId="{76260699-6F10-4A5C-B4F2-7530DD267281}" srcOrd="1" destOrd="0" presId="urn:microsoft.com/office/officeart/2018/2/layout/IconVerticalSolidList"/>
    <dgm:cxn modelId="{1DCC07CF-5922-4CE8-9B8C-DACADCE1E8E7}" type="presParOf" srcId="{55DAA963-575B-4196-9BDE-873B7A628CC7}" destId="{CA24EDE1-D877-4076-9C50-23CDFD9A96F9}" srcOrd="2" destOrd="0" presId="urn:microsoft.com/office/officeart/2018/2/layout/IconVerticalSolidList"/>
    <dgm:cxn modelId="{B84C9377-40EF-443D-A80E-D849588F0ED6}" type="presParOf" srcId="{55DAA963-575B-4196-9BDE-873B7A628CC7}" destId="{12403D83-1EF8-421D-BA6C-BA52E129B29F}" srcOrd="3" destOrd="0" presId="urn:microsoft.com/office/officeart/2018/2/layout/IconVerticalSolidList"/>
    <dgm:cxn modelId="{90C00CE2-6631-48A1-A146-308F0B282B59}" type="presParOf" srcId="{5D269656-AB3E-46EB-9D85-7DCB8841AAF8}" destId="{A9C43B59-27B4-4038-81B9-898643E1D08E}" srcOrd="5" destOrd="0" presId="urn:microsoft.com/office/officeart/2018/2/layout/IconVerticalSolidList"/>
    <dgm:cxn modelId="{87A23CE4-ADC4-45C0-A7AE-2A0A40299113}" type="presParOf" srcId="{5D269656-AB3E-46EB-9D85-7DCB8841AAF8}" destId="{C288D316-ADAA-42E4-8E35-2AABA11DA142}" srcOrd="6" destOrd="0" presId="urn:microsoft.com/office/officeart/2018/2/layout/IconVerticalSolidList"/>
    <dgm:cxn modelId="{9B8B2851-7459-42A9-9350-34EF0BF9A4F9}" type="presParOf" srcId="{C288D316-ADAA-42E4-8E35-2AABA11DA142}" destId="{E100DBBD-161D-4E5B-A5F2-AED182DA4020}" srcOrd="0" destOrd="0" presId="urn:microsoft.com/office/officeart/2018/2/layout/IconVerticalSolidList"/>
    <dgm:cxn modelId="{2339CC4C-0E56-4278-ADFB-83BB46E7A445}" type="presParOf" srcId="{C288D316-ADAA-42E4-8E35-2AABA11DA142}" destId="{59A1C115-ACB3-4A5D-B6F6-A2D1BFF9E84C}" srcOrd="1" destOrd="0" presId="urn:microsoft.com/office/officeart/2018/2/layout/IconVerticalSolidList"/>
    <dgm:cxn modelId="{79BD2861-494B-48F8-9E67-D5E62B1359DF}" type="presParOf" srcId="{C288D316-ADAA-42E4-8E35-2AABA11DA142}" destId="{229A44A9-CE42-4955-A772-E86DD37E376F}" srcOrd="2" destOrd="0" presId="urn:microsoft.com/office/officeart/2018/2/layout/IconVerticalSolidList"/>
    <dgm:cxn modelId="{17D1D6C3-C4DB-4159-86B4-8DFE2180B004}" type="presParOf" srcId="{C288D316-ADAA-42E4-8E35-2AABA11DA142}" destId="{A21CD80B-7207-4311-A274-ACBF652A58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7B71BD-7A79-45D4-BE9A-8960464F9F0B}">
      <dsp:nvSpPr>
        <dsp:cNvPr id="0" name=""/>
        <dsp:cNvSpPr/>
      </dsp:nvSpPr>
      <dsp:spPr>
        <a:xfrm>
          <a:off x="312076" y="881970"/>
          <a:ext cx="960750" cy="9607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C0971B-B83A-4694-AE22-9E8B4B26598E}">
      <dsp:nvSpPr>
        <dsp:cNvPr id="0" name=""/>
        <dsp:cNvSpPr/>
      </dsp:nvSpPr>
      <dsp:spPr>
        <a:xfrm>
          <a:off x="516826" y="1086720"/>
          <a:ext cx="551250" cy="55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B3156-3E61-4A93-B90F-CCDC9E5A6EE1}">
      <dsp:nvSpPr>
        <dsp:cNvPr id="0" name=""/>
        <dsp:cNvSpPr/>
      </dsp:nvSpPr>
      <dsp:spPr>
        <a:xfrm>
          <a:off x="4951" y="2141970"/>
          <a:ext cx="1575000" cy="6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Red Wine Quality Dataset (UCI / Kaggle)</a:t>
          </a:r>
        </a:p>
      </dsp:txBody>
      <dsp:txXfrm>
        <a:off x="4951" y="2141970"/>
        <a:ext cx="1575000" cy="630000"/>
      </dsp:txXfrm>
    </dsp:sp>
    <dsp:sp modelId="{B3F63E15-A308-4A10-866F-654BB49B441F}">
      <dsp:nvSpPr>
        <dsp:cNvPr id="0" name=""/>
        <dsp:cNvSpPr/>
      </dsp:nvSpPr>
      <dsp:spPr>
        <a:xfrm>
          <a:off x="2162702" y="881970"/>
          <a:ext cx="960750" cy="9607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1CABDA-14B6-416B-A0E6-A129B1F53517}">
      <dsp:nvSpPr>
        <dsp:cNvPr id="0" name=""/>
        <dsp:cNvSpPr/>
      </dsp:nvSpPr>
      <dsp:spPr>
        <a:xfrm>
          <a:off x="2367452" y="1086720"/>
          <a:ext cx="551250" cy="55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A5FC85-49B8-4DF1-928F-C7C007E6BDF7}">
      <dsp:nvSpPr>
        <dsp:cNvPr id="0" name=""/>
        <dsp:cNvSpPr/>
      </dsp:nvSpPr>
      <dsp:spPr>
        <a:xfrm>
          <a:off x="1855577" y="2141970"/>
          <a:ext cx="1575000" cy="6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Contains 1599 wine samples</a:t>
          </a:r>
        </a:p>
      </dsp:txBody>
      <dsp:txXfrm>
        <a:off x="1855577" y="2141970"/>
        <a:ext cx="1575000" cy="630000"/>
      </dsp:txXfrm>
    </dsp:sp>
    <dsp:sp modelId="{CCEED906-4084-40CA-841F-920C459B8C75}">
      <dsp:nvSpPr>
        <dsp:cNvPr id="0" name=""/>
        <dsp:cNvSpPr/>
      </dsp:nvSpPr>
      <dsp:spPr>
        <a:xfrm>
          <a:off x="4013327" y="881970"/>
          <a:ext cx="960750" cy="9607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B79E32-EB06-4D6C-99C6-73AED034DA27}">
      <dsp:nvSpPr>
        <dsp:cNvPr id="0" name=""/>
        <dsp:cNvSpPr/>
      </dsp:nvSpPr>
      <dsp:spPr>
        <a:xfrm>
          <a:off x="4218077" y="1086720"/>
          <a:ext cx="551250" cy="55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94D634-8285-4D5D-BF2B-166073A85C34}">
      <dsp:nvSpPr>
        <dsp:cNvPr id="0" name=""/>
        <dsp:cNvSpPr/>
      </dsp:nvSpPr>
      <dsp:spPr>
        <a:xfrm>
          <a:off x="3706202" y="2141970"/>
          <a:ext cx="1575000" cy="6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Each sample has 11 chemical features</a:t>
          </a:r>
        </a:p>
      </dsp:txBody>
      <dsp:txXfrm>
        <a:off x="3706202" y="2141970"/>
        <a:ext cx="1575000" cy="630000"/>
      </dsp:txXfrm>
    </dsp:sp>
    <dsp:sp modelId="{ED74E932-6ABD-4542-B9CB-96BB3C37A35D}">
      <dsp:nvSpPr>
        <dsp:cNvPr id="0" name=""/>
        <dsp:cNvSpPr/>
      </dsp:nvSpPr>
      <dsp:spPr>
        <a:xfrm>
          <a:off x="5863951" y="881970"/>
          <a:ext cx="960750" cy="9607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BBD78B-FDCC-43DB-A98E-283C90FBA74F}">
      <dsp:nvSpPr>
        <dsp:cNvPr id="0" name=""/>
        <dsp:cNvSpPr/>
      </dsp:nvSpPr>
      <dsp:spPr>
        <a:xfrm>
          <a:off x="6068701" y="1086720"/>
          <a:ext cx="551250" cy="55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C1B90-CE2F-4EC5-8AE0-E0BCBB48001D}">
      <dsp:nvSpPr>
        <dsp:cNvPr id="0" name=""/>
        <dsp:cNvSpPr/>
      </dsp:nvSpPr>
      <dsp:spPr>
        <a:xfrm>
          <a:off x="5556826" y="2141970"/>
          <a:ext cx="1575000" cy="6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Output variable is quality score (0 to 10)</a:t>
          </a:r>
        </a:p>
      </dsp:txBody>
      <dsp:txXfrm>
        <a:off x="5556826" y="2141970"/>
        <a:ext cx="1575000" cy="630000"/>
      </dsp:txXfrm>
    </dsp:sp>
    <dsp:sp modelId="{AC232D4D-6D95-453A-B12B-F8401645BFDD}">
      <dsp:nvSpPr>
        <dsp:cNvPr id="0" name=""/>
        <dsp:cNvSpPr/>
      </dsp:nvSpPr>
      <dsp:spPr>
        <a:xfrm>
          <a:off x="7714577" y="881970"/>
          <a:ext cx="960750" cy="9607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C3AAC4-0DE3-4284-BC9F-2C54D39FF818}">
      <dsp:nvSpPr>
        <dsp:cNvPr id="0" name=""/>
        <dsp:cNvSpPr/>
      </dsp:nvSpPr>
      <dsp:spPr>
        <a:xfrm>
          <a:off x="7919327" y="1086720"/>
          <a:ext cx="551250" cy="55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53FEF-DD1A-4350-9990-1180DBDB98DD}">
      <dsp:nvSpPr>
        <dsp:cNvPr id="0" name=""/>
        <dsp:cNvSpPr/>
      </dsp:nvSpPr>
      <dsp:spPr>
        <a:xfrm>
          <a:off x="7407452" y="2141970"/>
          <a:ext cx="1575000" cy="6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Real-world dataset collected from Portuguese wines</a:t>
          </a:r>
        </a:p>
      </dsp:txBody>
      <dsp:txXfrm>
        <a:off x="7407452" y="2141970"/>
        <a:ext cx="1575000" cy="63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EC49B3-2D09-42AB-9893-3F9571F7ADA0}">
      <dsp:nvSpPr>
        <dsp:cNvPr id="0" name=""/>
        <dsp:cNvSpPr/>
      </dsp:nvSpPr>
      <dsp:spPr>
        <a:xfrm>
          <a:off x="309946" y="656756"/>
          <a:ext cx="503085" cy="503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09355D-D517-477A-BA74-E7D9CCD496CC}">
      <dsp:nvSpPr>
        <dsp:cNvPr id="0" name=""/>
        <dsp:cNvSpPr/>
      </dsp:nvSpPr>
      <dsp:spPr>
        <a:xfrm>
          <a:off x="2504" y="1341974"/>
          <a:ext cx="1117968" cy="44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Chemical properties affecting wine taste</a:t>
          </a:r>
        </a:p>
      </dsp:txBody>
      <dsp:txXfrm>
        <a:off x="2504" y="1341974"/>
        <a:ext cx="1117968" cy="447187"/>
      </dsp:txXfrm>
    </dsp:sp>
    <dsp:sp modelId="{0AF1934C-D1C1-48A6-BE35-F06E67564C83}">
      <dsp:nvSpPr>
        <dsp:cNvPr id="0" name=""/>
        <dsp:cNvSpPr/>
      </dsp:nvSpPr>
      <dsp:spPr>
        <a:xfrm>
          <a:off x="1623559" y="656756"/>
          <a:ext cx="503085" cy="503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00FDF-9CDB-4AA4-A0A8-A044DCD58684}">
      <dsp:nvSpPr>
        <dsp:cNvPr id="0" name=""/>
        <dsp:cNvSpPr/>
      </dsp:nvSpPr>
      <dsp:spPr>
        <a:xfrm>
          <a:off x="1316118" y="1341974"/>
          <a:ext cx="1117968" cy="44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Fixed acidity, volatile acidity, citric acid</a:t>
          </a:r>
        </a:p>
      </dsp:txBody>
      <dsp:txXfrm>
        <a:off x="1316118" y="1341974"/>
        <a:ext cx="1117968" cy="447187"/>
      </dsp:txXfrm>
    </dsp:sp>
    <dsp:sp modelId="{33A59675-1FCE-4DAD-ACD5-0C4C81A9606E}">
      <dsp:nvSpPr>
        <dsp:cNvPr id="0" name=""/>
        <dsp:cNvSpPr/>
      </dsp:nvSpPr>
      <dsp:spPr>
        <a:xfrm>
          <a:off x="2937172" y="656756"/>
          <a:ext cx="503085" cy="503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9E786-9FA9-4E56-B54D-E2027AE02AC9}">
      <dsp:nvSpPr>
        <dsp:cNvPr id="0" name=""/>
        <dsp:cNvSpPr/>
      </dsp:nvSpPr>
      <dsp:spPr>
        <a:xfrm>
          <a:off x="2629731" y="1341974"/>
          <a:ext cx="1117968" cy="44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Residual sugar, chlorides</a:t>
          </a:r>
        </a:p>
      </dsp:txBody>
      <dsp:txXfrm>
        <a:off x="2629731" y="1341974"/>
        <a:ext cx="1117968" cy="447187"/>
      </dsp:txXfrm>
    </dsp:sp>
    <dsp:sp modelId="{280158C7-8A31-4A16-99A7-F34FBAA77C01}">
      <dsp:nvSpPr>
        <dsp:cNvPr id="0" name=""/>
        <dsp:cNvSpPr/>
      </dsp:nvSpPr>
      <dsp:spPr>
        <a:xfrm>
          <a:off x="309946" y="2068654"/>
          <a:ext cx="503085" cy="503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E6A571-FEFF-4C19-9B2D-2B8C4D7DFA09}">
      <dsp:nvSpPr>
        <dsp:cNvPr id="0" name=""/>
        <dsp:cNvSpPr/>
      </dsp:nvSpPr>
      <dsp:spPr>
        <a:xfrm>
          <a:off x="2504" y="2753872"/>
          <a:ext cx="1117968" cy="44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Free and total sulfur dioxide</a:t>
          </a:r>
        </a:p>
      </dsp:txBody>
      <dsp:txXfrm>
        <a:off x="2504" y="2753872"/>
        <a:ext cx="1117968" cy="447187"/>
      </dsp:txXfrm>
    </dsp:sp>
    <dsp:sp modelId="{4BF7DC0F-FA9C-4CEF-8307-624CF6B77E2E}">
      <dsp:nvSpPr>
        <dsp:cNvPr id="0" name=""/>
        <dsp:cNvSpPr/>
      </dsp:nvSpPr>
      <dsp:spPr>
        <a:xfrm>
          <a:off x="1623559" y="2068654"/>
          <a:ext cx="503085" cy="503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889BD0-6B22-4893-93C6-E84B0B7AD283}">
      <dsp:nvSpPr>
        <dsp:cNvPr id="0" name=""/>
        <dsp:cNvSpPr/>
      </dsp:nvSpPr>
      <dsp:spPr>
        <a:xfrm>
          <a:off x="1316118" y="2753872"/>
          <a:ext cx="1117968" cy="44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Density, pH, sulphates, alcohol</a:t>
          </a:r>
        </a:p>
      </dsp:txBody>
      <dsp:txXfrm>
        <a:off x="1316118" y="2753872"/>
        <a:ext cx="1117968" cy="447187"/>
      </dsp:txXfrm>
    </dsp:sp>
    <dsp:sp modelId="{D471DFE4-A8CB-430A-B105-69F73922626E}">
      <dsp:nvSpPr>
        <dsp:cNvPr id="0" name=""/>
        <dsp:cNvSpPr/>
      </dsp:nvSpPr>
      <dsp:spPr>
        <a:xfrm>
          <a:off x="2937172" y="2068654"/>
          <a:ext cx="503085" cy="503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B7FB9C-95D9-4F2B-AE58-66751C59F6DD}">
      <dsp:nvSpPr>
        <dsp:cNvPr id="0" name=""/>
        <dsp:cNvSpPr/>
      </dsp:nvSpPr>
      <dsp:spPr>
        <a:xfrm>
          <a:off x="2629731" y="2753872"/>
          <a:ext cx="1117968" cy="44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These features are measurable and objective</a:t>
          </a:r>
        </a:p>
      </dsp:txBody>
      <dsp:txXfrm>
        <a:off x="2629731" y="2753872"/>
        <a:ext cx="1117968" cy="4471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A32C81-05CE-4C22-9446-1B9F5D5BE90D}">
      <dsp:nvSpPr>
        <dsp:cNvPr id="0" name=""/>
        <dsp:cNvSpPr/>
      </dsp:nvSpPr>
      <dsp:spPr>
        <a:xfrm>
          <a:off x="123114" y="873147"/>
          <a:ext cx="1289865" cy="12898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617B1A-15EC-468B-BCD2-81B581853ADC}">
      <dsp:nvSpPr>
        <dsp:cNvPr id="0" name=""/>
        <dsp:cNvSpPr/>
      </dsp:nvSpPr>
      <dsp:spPr>
        <a:xfrm>
          <a:off x="393986" y="1144018"/>
          <a:ext cx="748122" cy="7481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E19F70-8F17-4A6D-AB9F-11D80B5F4580}">
      <dsp:nvSpPr>
        <dsp:cNvPr id="0" name=""/>
        <dsp:cNvSpPr/>
      </dsp:nvSpPr>
      <dsp:spPr>
        <a:xfrm>
          <a:off x="1689380" y="873147"/>
          <a:ext cx="3040397" cy="1289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Original target: Quality score (0–10) </a:t>
          </a:r>
        </a:p>
      </dsp:txBody>
      <dsp:txXfrm>
        <a:off x="1689380" y="873147"/>
        <a:ext cx="3040397" cy="1289865"/>
      </dsp:txXfrm>
    </dsp:sp>
    <dsp:sp modelId="{6A338F62-84AE-43E8-90B3-DF8E5FADBB1F}">
      <dsp:nvSpPr>
        <dsp:cNvPr id="0" name=""/>
        <dsp:cNvSpPr/>
      </dsp:nvSpPr>
      <dsp:spPr>
        <a:xfrm>
          <a:off x="5259544" y="873147"/>
          <a:ext cx="1289865" cy="12898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8870F6-BFFF-4153-B617-43098BCD1FFF}">
      <dsp:nvSpPr>
        <dsp:cNvPr id="0" name=""/>
        <dsp:cNvSpPr/>
      </dsp:nvSpPr>
      <dsp:spPr>
        <a:xfrm>
          <a:off x="5530415" y="1144018"/>
          <a:ext cx="748122" cy="7481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954F7-9F85-4A71-9649-EAEA9A06A77B}">
      <dsp:nvSpPr>
        <dsp:cNvPr id="0" name=""/>
        <dsp:cNvSpPr/>
      </dsp:nvSpPr>
      <dsp:spPr>
        <a:xfrm>
          <a:off x="6825809" y="873147"/>
          <a:ext cx="3040397" cy="1289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Converted into binary classification </a:t>
          </a:r>
        </a:p>
      </dsp:txBody>
      <dsp:txXfrm>
        <a:off x="6825809" y="873147"/>
        <a:ext cx="3040397" cy="1289865"/>
      </dsp:txXfrm>
    </dsp:sp>
    <dsp:sp modelId="{01ECAA0C-1163-41AD-B986-4BF08F12B3AE}">
      <dsp:nvSpPr>
        <dsp:cNvPr id="0" name=""/>
        <dsp:cNvSpPr/>
      </dsp:nvSpPr>
      <dsp:spPr>
        <a:xfrm>
          <a:off x="123114" y="3049066"/>
          <a:ext cx="1289865" cy="12898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68E94D-EF7A-46CC-9487-74C3D0973C70}">
      <dsp:nvSpPr>
        <dsp:cNvPr id="0" name=""/>
        <dsp:cNvSpPr/>
      </dsp:nvSpPr>
      <dsp:spPr>
        <a:xfrm>
          <a:off x="393986" y="3319938"/>
          <a:ext cx="748122" cy="7481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72D59-F833-4D0C-AF3D-F91C524D25E8}">
      <dsp:nvSpPr>
        <dsp:cNvPr id="0" name=""/>
        <dsp:cNvSpPr/>
      </dsp:nvSpPr>
      <dsp:spPr>
        <a:xfrm>
          <a:off x="1689380" y="3049066"/>
          <a:ext cx="3040397" cy="1289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Good Quality → quality ≥ 7</a:t>
          </a:r>
          <a:br>
            <a:rPr lang="en-US" sz="2000" kern="1200"/>
          </a:br>
          <a:r>
            <a:rPr lang="en-US" sz="2000" b="1" kern="1200"/>
            <a:t>Not Good Quality → quality &lt; 7</a:t>
          </a:r>
          <a:endParaRPr lang="en-US" sz="2000" kern="1200"/>
        </a:p>
      </dsp:txBody>
      <dsp:txXfrm>
        <a:off x="1689380" y="3049066"/>
        <a:ext cx="3040397" cy="1289865"/>
      </dsp:txXfrm>
    </dsp:sp>
    <dsp:sp modelId="{D3B0E8CE-9372-4CEC-90CA-1E03DE562AEE}">
      <dsp:nvSpPr>
        <dsp:cNvPr id="0" name=""/>
        <dsp:cNvSpPr/>
      </dsp:nvSpPr>
      <dsp:spPr>
        <a:xfrm>
          <a:off x="5259544" y="3049066"/>
          <a:ext cx="1289865" cy="12898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5A7411-F989-46D7-8572-B832EEFD7283}">
      <dsp:nvSpPr>
        <dsp:cNvPr id="0" name=""/>
        <dsp:cNvSpPr/>
      </dsp:nvSpPr>
      <dsp:spPr>
        <a:xfrm>
          <a:off x="5530415" y="3319938"/>
          <a:ext cx="748122" cy="7481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0A317-8495-4041-971D-483CD50A4B17}">
      <dsp:nvSpPr>
        <dsp:cNvPr id="0" name=""/>
        <dsp:cNvSpPr/>
      </dsp:nvSpPr>
      <dsp:spPr>
        <a:xfrm>
          <a:off x="6825809" y="3049066"/>
          <a:ext cx="3040397" cy="1289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Simplifies prediction and improves model performance</a:t>
          </a:r>
        </a:p>
      </dsp:txBody>
      <dsp:txXfrm>
        <a:off x="6825809" y="3049066"/>
        <a:ext cx="3040397" cy="12898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E3F239-4FB9-4FA1-984D-0003F12B876E}">
      <dsp:nvSpPr>
        <dsp:cNvPr id="0" name=""/>
        <dsp:cNvSpPr/>
      </dsp:nvSpPr>
      <dsp:spPr>
        <a:xfrm>
          <a:off x="0" y="4113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334EE5-ACBE-4F1D-9F2F-DD60931FBDAB}">
      <dsp:nvSpPr>
        <dsp:cNvPr id="0" name=""/>
        <dsp:cNvSpPr/>
      </dsp:nvSpPr>
      <dsp:spPr>
        <a:xfrm>
          <a:off x="265017" y="201233"/>
          <a:ext cx="481850" cy="4818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EACADE-5A62-4EF1-A040-85E852B9E62E}">
      <dsp:nvSpPr>
        <dsp:cNvPr id="0" name=""/>
        <dsp:cNvSpPr/>
      </dsp:nvSpPr>
      <dsp:spPr>
        <a:xfrm>
          <a:off x="1011886" y="4113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Checked for missing values (none found)</a:t>
          </a:r>
        </a:p>
      </dsp:txBody>
      <dsp:txXfrm>
        <a:off x="1011886" y="4113"/>
        <a:ext cx="5820325" cy="876092"/>
      </dsp:txXfrm>
    </dsp:sp>
    <dsp:sp modelId="{2142C655-6B5F-4807-837C-75EC756818A3}">
      <dsp:nvSpPr>
        <dsp:cNvPr id="0" name=""/>
        <dsp:cNvSpPr/>
      </dsp:nvSpPr>
      <dsp:spPr>
        <a:xfrm>
          <a:off x="0" y="1099228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289E5A-3D9F-483A-A083-2A692522D26A}">
      <dsp:nvSpPr>
        <dsp:cNvPr id="0" name=""/>
        <dsp:cNvSpPr/>
      </dsp:nvSpPr>
      <dsp:spPr>
        <a:xfrm>
          <a:off x="265017" y="1296349"/>
          <a:ext cx="481850" cy="4818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680B8-FEBE-443C-B068-A8D533A250BA}">
      <dsp:nvSpPr>
        <dsp:cNvPr id="0" name=""/>
        <dsp:cNvSpPr/>
      </dsp:nvSpPr>
      <dsp:spPr>
        <a:xfrm>
          <a:off x="1011886" y="1099228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Created new column: goodquality</a:t>
          </a:r>
        </a:p>
      </dsp:txBody>
      <dsp:txXfrm>
        <a:off x="1011886" y="1099228"/>
        <a:ext cx="5820325" cy="876092"/>
      </dsp:txXfrm>
    </dsp:sp>
    <dsp:sp modelId="{ADC45EFF-3320-4652-A445-18864E6B60C9}">
      <dsp:nvSpPr>
        <dsp:cNvPr id="0" name=""/>
        <dsp:cNvSpPr/>
      </dsp:nvSpPr>
      <dsp:spPr>
        <a:xfrm>
          <a:off x="0" y="2194343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D35EBB-E46F-4B45-B673-30376311F19C}">
      <dsp:nvSpPr>
        <dsp:cNvPr id="0" name=""/>
        <dsp:cNvSpPr/>
      </dsp:nvSpPr>
      <dsp:spPr>
        <a:xfrm>
          <a:off x="265017" y="2391464"/>
          <a:ext cx="481850" cy="4818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5C4BD-28C1-4314-8673-7FE45D4E6FEB}">
      <dsp:nvSpPr>
        <dsp:cNvPr id="0" name=""/>
        <dsp:cNvSpPr/>
      </dsp:nvSpPr>
      <dsp:spPr>
        <a:xfrm>
          <a:off x="1011886" y="2194343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Split data into training and testing sets</a:t>
          </a:r>
        </a:p>
      </dsp:txBody>
      <dsp:txXfrm>
        <a:off x="1011886" y="2194343"/>
        <a:ext cx="5820325" cy="876092"/>
      </dsp:txXfrm>
    </dsp:sp>
    <dsp:sp modelId="{7EBB5941-2FB0-4B09-81E0-64FB29A66AB2}">
      <dsp:nvSpPr>
        <dsp:cNvPr id="0" name=""/>
        <dsp:cNvSpPr/>
      </dsp:nvSpPr>
      <dsp:spPr>
        <a:xfrm>
          <a:off x="0" y="3289458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9A555A-C23A-46E4-A30B-99A5E76B6404}">
      <dsp:nvSpPr>
        <dsp:cNvPr id="0" name=""/>
        <dsp:cNvSpPr/>
      </dsp:nvSpPr>
      <dsp:spPr>
        <a:xfrm>
          <a:off x="265017" y="3486579"/>
          <a:ext cx="481850" cy="4818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68FEED-D0E2-4EE9-82BD-196BD47556B4}">
      <dsp:nvSpPr>
        <dsp:cNvPr id="0" name=""/>
        <dsp:cNvSpPr/>
      </dsp:nvSpPr>
      <dsp:spPr>
        <a:xfrm>
          <a:off x="1011886" y="3289458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Used 70% training and 30% testing</a:t>
          </a:r>
        </a:p>
      </dsp:txBody>
      <dsp:txXfrm>
        <a:off x="1011886" y="3289458"/>
        <a:ext cx="5820325" cy="876092"/>
      </dsp:txXfrm>
    </dsp:sp>
    <dsp:sp modelId="{76310827-F276-4882-BA75-9B33FD0804A3}">
      <dsp:nvSpPr>
        <dsp:cNvPr id="0" name=""/>
        <dsp:cNvSpPr/>
      </dsp:nvSpPr>
      <dsp:spPr>
        <a:xfrm>
          <a:off x="0" y="4384573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18D5E5-9866-47F9-8E5D-7E6ED08C7310}">
      <dsp:nvSpPr>
        <dsp:cNvPr id="0" name=""/>
        <dsp:cNvSpPr/>
      </dsp:nvSpPr>
      <dsp:spPr>
        <a:xfrm>
          <a:off x="265017" y="4581694"/>
          <a:ext cx="481850" cy="4818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44FDC4-9456-42D6-9DA4-55FA058F1E4F}">
      <dsp:nvSpPr>
        <dsp:cNvPr id="0" name=""/>
        <dsp:cNvSpPr/>
      </dsp:nvSpPr>
      <dsp:spPr>
        <a:xfrm>
          <a:off x="1011886" y="4384573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Prepared data for model training</a:t>
          </a:r>
        </a:p>
      </dsp:txBody>
      <dsp:txXfrm>
        <a:off x="1011886" y="4384573"/>
        <a:ext cx="5820325" cy="8760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A0982F-70A9-4C65-A855-91D5129848D8}">
      <dsp:nvSpPr>
        <dsp:cNvPr id="0" name=""/>
        <dsp:cNvSpPr/>
      </dsp:nvSpPr>
      <dsp:spPr>
        <a:xfrm>
          <a:off x="1029588" y="510947"/>
          <a:ext cx="929050" cy="929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F6932-7B45-4590-8A0E-F2FB645FB9A6}">
      <dsp:nvSpPr>
        <dsp:cNvPr id="0" name=""/>
        <dsp:cNvSpPr/>
      </dsp:nvSpPr>
      <dsp:spPr>
        <a:xfrm>
          <a:off x="461835" y="1731048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Selected Random Forest Classifier</a:t>
          </a:r>
        </a:p>
      </dsp:txBody>
      <dsp:txXfrm>
        <a:off x="461835" y="1731048"/>
        <a:ext cx="2064555" cy="720000"/>
      </dsp:txXfrm>
    </dsp:sp>
    <dsp:sp modelId="{A719C4F8-6FAA-4256-979F-85582A9081BF}">
      <dsp:nvSpPr>
        <dsp:cNvPr id="0" name=""/>
        <dsp:cNvSpPr/>
      </dsp:nvSpPr>
      <dsp:spPr>
        <a:xfrm>
          <a:off x="3455441" y="510947"/>
          <a:ext cx="929050" cy="929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349AD-CE76-4363-B40A-874E9380D474}">
      <dsp:nvSpPr>
        <dsp:cNvPr id="0" name=""/>
        <dsp:cNvSpPr/>
      </dsp:nvSpPr>
      <dsp:spPr>
        <a:xfrm>
          <a:off x="2887688" y="1731048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Handles non-linear relationships well</a:t>
          </a:r>
        </a:p>
      </dsp:txBody>
      <dsp:txXfrm>
        <a:off x="2887688" y="1731048"/>
        <a:ext cx="2064555" cy="720000"/>
      </dsp:txXfrm>
    </dsp:sp>
    <dsp:sp modelId="{5A21F2DB-71B1-479D-A702-08776BC334F4}">
      <dsp:nvSpPr>
        <dsp:cNvPr id="0" name=""/>
        <dsp:cNvSpPr/>
      </dsp:nvSpPr>
      <dsp:spPr>
        <a:xfrm>
          <a:off x="5881294" y="510947"/>
          <a:ext cx="929050" cy="929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9D3DF-705E-43B3-AFD1-51CC61BFCA4F}">
      <dsp:nvSpPr>
        <dsp:cNvPr id="0" name=""/>
        <dsp:cNvSpPr/>
      </dsp:nvSpPr>
      <dsp:spPr>
        <a:xfrm>
          <a:off x="5313541" y="1731048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Reduces overfitting using multiple trees</a:t>
          </a:r>
        </a:p>
      </dsp:txBody>
      <dsp:txXfrm>
        <a:off x="5313541" y="1731048"/>
        <a:ext cx="2064555" cy="720000"/>
      </dsp:txXfrm>
    </dsp:sp>
    <dsp:sp modelId="{C4FF44FC-C097-4CC3-894B-DB967BF4FB64}">
      <dsp:nvSpPr>
        <dsp:cNvPr id="0" name=""/>
        <dsp:cNvSpPr/>
      </dsp:nvSpPr>
      <dsp:spPr>
        <a:xfrm>
          <a:off x="8307147" y="510947"/>
          <a:ext cx="929050" cy="929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7B3D15-F2FB-440B-989B-FDB553A06741}">
      <dsp:nvSpPr>
        <dsp:cNvPr id="0" name=""/>
        <dsp:cNvSpPr/>
      </dsp:nvSpPr>
      <dsp:spPr>
        <a:xfrm>
          <a:off x="7739394" y="1731048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Provides better generalization</a:t>
          </a:r>
        </a:p>
      </dsp:txBody>
      <dsp:txXfrm>
        <a:off x="7739394" y="1731048"/>
        <a:ext cx="2064555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289FB-F839-4FDB-8BA1-357B7286665D}">
      <dsp:nvSpPr>
        <dsp:cNvPr id="0" name=""/>
        <dsp:cNvSpPr/>
      </dsp:nvSpPr>
      <dsp:spPr>
        <a:xfrm>
          <a:off x="782684" y="1665953"/>
          <a:ext cx="921121" cy="9211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1A6AA3-2C27-49F3-94F6-9E186D26E534}">
      <dsp:nvSpPr>
        <dsp:cNvPr id="0" name=""/>
        <dsp:cNvSpPr/>
      </dsp:nvSpPr>
      <dsp:spPr>
        <a:xfrm>
          <a:off x="219777" y="2904502"/>
          <a:ext cx="204693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Used confusion matrix for evaluation</a:t>
          </a:r>
        </a:p>
      </dsp:txBody>
      <dsp:txXfrm>
        <a:off x="219777" y="2904502"/>
        <a:ext cx="2046935" cy="720000"/>
      </dsp:txXfrm>
    </dsp:sp>
    <dsp:sp modelId="{F3CADB3D-E5D9-44B2-B9C8-FBEE77524B2B}">
      <dsp:nvSpPr>
        <dsp:cNvPr id="0" name=""/>
        <dsp:cNvSpPr/>
      </dsp:nvSpPr>
      <dsp:spPr>
        <a:xfrm>
          <a:off x="3187833" y="1665953"/>
          <a:ext cx="921121" cy="9211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E775C3-A27B-4537-BFC2-4BA4EAF632C8}">
      <dsp:nvSpPr>
        <dsp:cNvPr id="0" name=""/>
        <dsp:cNvSpPr/>
      </dsp:nvSpPr>
      <dsp:spPr>
        <a:xfrm>
          <a:off x="2624926" y="2904502"/>
          <a:ext cx="204693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Measured precision, recall, and F1-score</a:t>
          </a:r>
        </a:p>
      </dsp:txBody>
      <dsp:txXfrm>
        <a:off x="2624926" y="2904502"/>
        <a:ext cx="2046935" cy="720000"/>
      </dsp:txXfrm>
    </dsp:sp>
    <dsp:sp modelId="{4A394082-C5AB-41C3-99A2-95FCA16F2E17}">
      <dsp:nvSpPr>
        <dsp:cNvPr id="0" name=""/>
        <dsp:cNvSpPr/>
      </dsp:nvSpPr>
      <dsp:spPr>
        <a:xfrm>
          <a:off x="5592983" y="1665953"/>
          <a:ext cx="921121" cy="9211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077E2-B70A-4A90-8C06-AB4DEDCEB965}">
      <dsp:nvSpPr>
        <dsp:cNvPr id="0" name=""/>
        <dsp:cNvSpPr/>
      </dsp:nvSpPr>
      <dsp:spPr>
        <a:xfrm>
          <a:off x="5030075" y="2904502"/>
          <a:ext cx="204693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Model performs well on both classes</a:t>
          </a:r>
        </a:p>
      </dsp:txBody>
      <dsp:txXfrm>
        <a:off x="5030075" y="2904502"/>
        <a:ext cx="2046935" cy="720000"/>
      </dsp:txXfrm>
    </dsp:sp>
    <dsp:sp modelId="{14EF3B7D-C388-4C31-BFD6-DE6F4F01D379}">
      <dsp:nvSpPr>
        <dsp:cNvPr id="0" name=""/>
        <dsp:cNvSpPr/>
      </dsp:nvSpPr>
      <dsp:spPr>
        <a:xfrm>
          <a:off x="7998132" y="1665953"/>
          <a:ext cx="921121" cy="9211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725621-5561-4D13-80FB-5A4EF0C98F40}">
      <dsp:nvSpPr>
        <dsp:cNvPr id="0" name=""/>
        <dsp:cNvSpPr/>
      </dsp:nvSpPr>
      <dsp:spPr>
        <a:xfrm>
          <a:off x="7435225" y="2904502"/>
          <a:ext cx="204693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Provides reliable predictions</a:t>
          </a:r>
        </a:p>
      </dsp:txBody>
      <dsp:txXfrm>
        <a:off x="7435225" y="2904502"/>
        <a:ext cx="2046935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147582-E336-465A-8796-CC5BD3085B09}">
      <dsp:nvSpPr>
        <dsp:cNvPr id="0" name=""/>
        <dsp:cNvSpPr/>
      </dsp:nvSpPr>
      <dsp:spPr>
        <a:xfrm>
          <a:off x="1029588" y="510947"/>
          <a:ext cx="929050" cy="929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EF5CA8-5154-4782-B013-C94809ADD5F6}">
      <dsp:nvSpPr>
        <dsp:cNvPr id="0" name=""/>
        <dsp:cNvSpPr/>
      </dsp:nvSpPr>
      <dsp:spPr>
        <a:xfrm>
          <a:off x="461835" y="1731048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Model successfully classifies wine quality</a:t>
          </a:r>
        </a:p>
      </dsp:txBody>
      <dsp:txXfrm>
        <a:off x="461835" y="1731048"/>
        <a:ext cx="2064555" cy="720000"/>
      </dsp:txXfrm>
    </dsp:sp>
    <dsp:sp modelId="{3F71D4E9-FADA-42B2-9AF2-47A28C4DC270}">
      <dsp:nvSpPr>
        <dsp:cNvPr id="0" name=""/>
        <dsp:cNvSpPr/>
      </dsp:nvSpPr>
      <dsp:spPr>
        <a:xfrm>
          <a:off x="3455441" y="510947"/>
          <a:ext cx="929050" cy="929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51D15-D177-41DB-8C29-31816C4CACBB}">
      <dsp:nvSpPr>
        <dsp:cNvPr id="0" name=""/>
        <dsp:cNvSpPr/>
      </dsp:nvSpPr>
      <dsp:spPr>
        <a:xfrm>
          <a:off x="2887688" y="1731048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High accuracy achieved using Random Forest</a:t>
          </a:r>
        </a:p>
      </dsp:txBody>
      <dsp:txXfrm>
        <a:off x="2887688" y="1731048"/>
        <a:ext cx="2064555" cy="720000"/>
      </dsp:txXfrm>
    </dsp:sp>
    <dsp:sp modelId="{9F78F47F-1B5D-4396-89D8-6BADE66AF68A}">
      <dsp:nvSpPr>
        <dsp:cNvPr id="0" name=""/>
        <dsp:cNvSpPr/>
      </dsp:nvSpPr>
      <dsp:spPr>
        <a:xfrm>
          <a:off x="5881294" y="510947"/>
          <a:ext cx="929050" cy="929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B53784-96F2-4959-9ABB-8FC3FAE40CD6}">
      <dsp:nvSpPr>
        <dsp:cNvPr id="0" name=""/>
        <dsp:cNvSpPr/>
      </dsp:nvSpPr>
      <dsp:spPr>
        <a:xfrm>
          <a:off x="5313541" y="1731048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Important features identified clearly</a:t>
          </a:r>
        </a:p>
      </dsp:txBody>
      <dsp:txXfrm>
        <a:off x="5313541" y="1731048"/>
        <a:ext cx="2064555" cy="720000"/>
      </dsp:txXfrm>
    </dsp:sp>
    <dsp:sp modelId="{8F2C5E33-A0CD-4D0D-97C7-6BBA7A670C60}">
      <dsp:nvSpPr>
        <dsp:cNvPr id="0" name=""/>
        <dsp:cNvSpPr/>
      </dsp:nvSpPr>
      <dsp:spPr>
        <a:xfrm>
          <a:off x="8307147" y="510947"/>
          <a:ext cx="929050" cy="929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CB950-7AB0-4DD5-A71A-2BB4132ACF12}">
      <dsp:nvSpPr>
        <dsp:cNvPr id="0" name=""/>
        <dsp:cNvSpPr/>
      </dsp:nvSpPr>
      <dsp:spPr>
        <a:xfrm>
          <a:off x="7739394" y="1731048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Application provides real-time usability</a:t>
          </a:r>
        </a:p>
      </dsp:txBody>
      <dsp:txXfrm>
        <a:off x="7739394" y="1731048"/>
        <a:ext cx="2064555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9C4D2-C892-4369-9E82-AB308D615769}">
      <dsp:nvSpPr>
        <dsp:cNvPr id="0" name=""/>
        <dsp:cNvSpPr/>
      </dsp:nvSpPr>
      <dsp:spPr>
        <a:xfrm>
          <a:off x="0" y="2185"/>
          <a:ext cx="6832212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E28105-7499-43CC-845F-2E08D202580D}">
      <dsp:nvSpPr>
        <dsp:cNvPr id="0" name=""/>
        <dsp:cNvSpPr/>
      </dsp:nvSpPr>
      <dsp:spPr>
        <a:xfrm>
          <a:off x="335004" y="251362"/>
          <a:ext cx="609099" cy="6090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AA5E9E-33A4-4DB3-BF67-B355F09D248A}">
      <dsp:nvSpPr>
        <dsp:cNvPr id="0" name=""/>
        <dsp:cNvSpPr/>
      </dsp:nvSpPr>
      <dsp:spPr>
        <a:xfrm>
          <a:off x="1279109" y="2185"/>
          <a:ext cx="5553102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Machine learning can automate wine quality prediction</a:t>
          </a:r>
        </a:p>
      </dsp:txBody>
      <dsp:txXfrm>
        <a:off x="1279109" y="2185"/>
        <a:ext cx="5553102" cy="1107454"/>
      </dsp:txXfrm>
    </dsp:sp>
    <dsp:sp modelId="{BFFD5B2C-65E1-4F46-8B16-70BA92ABF9FF}">
      <dsp:nvSpPr>
        <dsp:cNvPr id="0" name=""/>
        <dsp:cNvSpPr/>
      </dsp:nvSpPr>
      <dsp:spPr>
        <a:xfrm>
          <a:off x="0" y="1386503"/>
          <a:ext cx="6832212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BB1393-FEEE-4EED-8808-F3BBF6B31442}">
      <dsp:nvSpPr>
        <dsp:cNvPr id="0" name=""/>
        <dsp:cNvSpPr/>
      </dsp:nvSpPr>
      <dsp:spPr>
        <a:xfrm>
          <a:off x="335004" y="1635680"/>
          <a:ext cx="609099" cy="6090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FADE9C-FB9D-499F-98C4-868255F06231}">
      <dsp:nvSpPr>
        <dsp:cNvPr id="0" name=""/>
        <dsp:cNvSpPr/>
      </dsp:nvSpPr>
      <dsp:spPr>
        <a:xfrm>
          <a:off x="1279109" y="1386503"/>
          <a:ext cx="5553102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Chemical properties are strong indicators</a:t>
          </a:r>
        </a:p>
      </dsp:txBody>
      <dsp:txXfrm>
        <a:off x="1279109" y="1386503"/>
        <a:ext cx="5553102" cy="1107454"/>
      </dsp:txXfrm>
    </dsp:sp>
    <dsp:sp modelId="{ACF1F5DC-2E21-4A40-B26C-C53CFB15017C}">
      <dsp:nvSpPr>
        <dsp:cNvPr id="0" name=""/>
        <dsp:cNvSpPr/>
      </dsp:nvSpPr>
      <dsp:spPr>
        <a:xfrm>
          <a:off x="0" y="2770821"/>
          <a:ext cx="6832212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60699-6F10-4A5C-B4F2-7530DD267281}">
      <dsp:nvSpPr>
        <dsp:cNvPr id="0" name=""/>
        <dsp:cNvSpPr/>
      </dsp:nvSpPr>
      <dsp:spPr>
        <a:xfrm>
          <a:off x="335004" y="3019998"/>
          <a:ext cx="609099" cy="6090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403D83-1EF8-421D-BA6C-BA52E129B29F}">
      <dsp:nvSpPr>
        <dsp:cNvPr id="0" name=""/>
        <dsp:cNvSpPr/>
      </dsp:nvSpPr>
      <dsp:spPr>
        <a:xfrm>
          <a:off x="1279109" y="2770821"/>
          <a:ext cx="5553102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Random Forest is the most effective model</a:t>
          </a:r>
        </a:p>
      </dsp:txBody>
      <dsp:txXfrm>
        <a:off x="1279109" y="2770821"/>
        <a:ext cx="5553102" cy="1107454"/>
      </dsp:txXfrm>
    </dsp:sp>
    <dsp:sp modelId="{E100DBBD-161D-4E5B-A5F2-AED182DA4020}">
      <dsp:nvSpPr>
        <dsp:cNvPr id="0" name=""/>
        <dsp:cNvSpPr/>
      </dsp:nvSpPr>
      <dsp:spPr>
        <a:xfrm>
          <a:off x="0" y="4155139"/>
          <a:ext cx="6832212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A1C115-ACB3-4A5D-B6F6-A2D1BFF9E84C}">
      <dsp:nvSpPr>
        <dsp:cNvPr id="0" name=""/>
        <dsp:cNvSpPr/>
      </dsp:nvSpPr>
      <dsp:spPr>
        <a:xfrm>
          <a:off x="335004" y="4404316"/>
          <a:ext cx="609099" cy="6090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CD80B-7207-4311-A274-ACBF652A5879}">
      <dsp:nvSpPr>
        <dsp:cNvPr id="0" name=""/>
        <dsp:cNvSpPr/>
      </dsp:nvSpPr>
      <dsp:spPr>
        <a:xfrm>
          <a:off x="1279109" y="4155139"/>
          <a:ext cx="5553102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Interactive UI enhances user experience</a:t>
          </a:r>
        </a:p>
      </dsp:txBody>
      <dsp:txXfrm>
        <a:off x="1279109" y="4155139"/>
        <a:ext cx="5553102" cy="11074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4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61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2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4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1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62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77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02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4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14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5056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05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9636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73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64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64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69B1F-AF70-46E9-9B6A-AAED6CD8AA21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0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65" name="Rectangle 10264">
            <a:extLst>
              <a:ext uri="{FF2B5EF4-FFF2-40B4-BE49-F238E27FC236}">
                <a16:creationId xmlns:a16="http://schemas.microsoft.com/office/drawing/2014/main" id="{FA94DED7-0A28-4AD9-8747-E94113225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267" name="Rectangle 10266">
            <a:extLst>
              <a:ext uri="{FF2B5EF4-FFF2-40B4-BE49-F238E27FC236}">
                <a16:creationId xmlns:a16="http://schemas.microsoft.com/office/drawing/2014/main" id="{6F175609-91A3-416E-BC3D-7548FDE02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269" name="Rectangle 10268">
            <a:extLst>
              <a:ext uri="{FF2B5EF4-FFF2-40B4-BE49-F238E27FC236}">
                <a16:creationId xmlns:a16="http://schemas.microsoft.com/office/drawing/2014/main" id="{9A3B0D54-9DF0-4FF8-A0AA-B4234DF35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rgbClr val="53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540279" y="1795849"/>
            <a:ext cx="3778870" cy="31148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defTabSz="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sz="4000" b="1">
                <a:solidFill>
                  <a:srgbClr val="FEFFFF"/>
                </a:solidFill>
                <a:latin typeface="+mj-lt"/>
                <a:ea typeface="+mj-ea"/>
                <a:cs typeface="+mj-cs"/>
              </a:rPr>
              <a:t>Wine Quality Prediction using Machine Learning</a:t>
            </a:r>
            <a:endParaRPr lang="en-US" altLang="en-US" sz="4000" b="1">
              <a:solidFill>
                <a:srgbClr val="FE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ounded Rectangle 1"/>
          <p:cNvSpPr>
            <a:spLocks noChangeArrowheads="1"/>
          </p:cNvSpPr>
          <p:nvPr/>
        </p:nvSpPr>
        <p:spPr bwMode="auto">
          <a:xfrm>
            <a:off x="623077" y="6114420"/>
            <a:ext cx="2360082" cy="553720"/>
          </a:xfrm>
          <a:prstGeom prst="roundRect">
            <a:avLst>
              <a:gd name="adj" fmla="val 16667"/>
            </a:avLst>
          </a:prstGeom>
          <a:solidFill>
            <a:schemeClr val="bg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/>
          <a:p>
            <a:pPr defTabSz="457200">
              <a:spcBef>
                <a:spcPts val="1000"/>
              </a:spcBef>
              <a:buClr>
                <a:schemeClr val="accent1"/>
              </a:buClr>
              <a:buSzPct val="100000"/>
            </a:pPr>
            <a:r>
              <a:rPr lang="en-IN" sz="1200" b="1" dirty="0"/>
              <a:t>Akshay Kumar Nagabandi</a:t>
            </a:r>
            <a:br>
              <a:rPr lang="en-IN" sz="1200" b="1" dirty="0"/>
            </a:br>
            <a:r>
              <a:rPr lang="en-IN" sz="1200" b="1" dirty="0"/>
              <a:t>UMBC – Data Science</a:t>
            </a:r>
            <a:endParaRPr lang="en-US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How to Evaluate the Quality of a Wine - From The Vine">
            <a:extLst>
              <a:ext uri="{FF2B5EF4-FFF2-40B4-BE49-F238E27FC236}">
                <a16:creationId xmlns:a16="http://schemas.microsoft.com/office/drawing/2014/main" id="{AC2B8199-70F7-005A-4078-287261E24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53" r="2" b="5421"/>
          <a:stretch>
            <a:fillRect/>
          </a:stretch>
        </p:blipFill>
        <p:spPr bwMode="auto">
          <a:xfrm>
            <a:off x="4639732" y="10"/>
            <a:ext cx="755226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AutoShape 4"/>
          <p:cNvSpPr>
            <a:spLocks noChangeArrowheads="1"/>
          </p:cNvSpPr>
          <p:nvPr/>
        </p:nvSpPr>
        <p:spPr bwMode="auto">
          <a:xfrm>
            <a:off x="2752733" y="1905000"/>
            <a:ext cx="8001000" cy="1752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144472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030214-227F-42DB-9282-BBA6AF8D9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65429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889" y="1059872"/>
            <a:ext cx="3012216" cy="4851349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0D7A9289-BAD1-4A78-979F-A655C886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1149203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68" y="1059872"/>
            <a:ext cx="6224244" cy="4851350"/>
          </a:xfrm>
        </p:spPr>
        <p:txBody>
          <a:bodyPr numCol="2"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Features &amp; Target Variable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Final Model &amp; Evaluation</a:t>
            </a:r>
          </a:p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Conclusion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2089940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262980-E907-4930-9E6E-3DC2025C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5A6745"/>
                </a:solidFill>
              </a:rPr>
              <a:t>Problem Statement</a:t>
            </a:r>
            <a:endParaRPr lang="en-US">
              <a:solidFill>
                <a:srgbClr val="5A674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D53EBD-B361-45AD-8ABF-9270B20B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5A6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rgbClr val="C21A49"/>
              </a:buClr>
            </a:pPr>
            <a:r>
              <a:rPr lang="en-US"/>
              <a:t>Wine quality is traditionally evaluated by human experts </a:t>
            </a:r>
          </a:p>
          <a:p>
            <a:pPr>
              <a:lnSpc>
                <a:spcPct val="90000"/>
              </a:lnSpc>
              <a:buClr>
                <a:srgbClr val="C21A49"/>
              </a:buClr>
            </a:pPr>
            <a:r>
              <a:rPr lang="en-US"/>
              <a:t>This process is subjective and may vary between tasters </a:t>
            </a:r>
          </a:p>
          <a:p>
            <a:pPr>
              <a:lnSpc>
                <a:spcPct val="90000"/>
              </a:lnSpc>
              <a:buClr>
                <a:srgbClr val="C21A49"/>
              </a:buClr>
            </a:pPr>
            <a:r>
              <a:rPr lang="en-US"/>
              <a:t>It is time-consuming and not scalable for large production </a:t>
            </a:r>
          </a:p>
          <a:p>
            <a:pPr>
              <a:lnSpc>
                <a:spcPct val="90000"/>
              </a:lnSpc>
              <a:buClr>
                <a:srgbClr val="C21A49"/>
              </a:buClr>
            </a:pPr>
            <a:r>
              <a:rPr lang="en-US"/>
              <a:t>Need for an automated and consistent prediction system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Clr>
                <a:srgbClr val="C21A49"/>
              </a:buClr>
              <a:buNone/>
            </a:pPr>
            <a:endParaRPr lang="en-US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DA1A4CE7-6399-4B37-ACE2-CFC4B4077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aid wine bottles, glass and grapes">
            <a:extLst>
              <a:ext uri="{FF2B5EF4-FFF2-40B4-BE49-F238E27FC236}">
                <a16:creationId xmlns:a16="http://schemas.microsoft.com/office/drawing/2014/main" id="{9E631CF1-F28F-C21F-0127-49A444AD46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246" b="2"/>
          <a:stretch>
            <a:fillRect/>
          </a:stretch>
        </p:blipFill>
        <p:spPr>
          <a:xfrm>
            <a:off x="4619543" y="10"/>
            <a:ext cx="7572457" cy="685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661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Rectangle 1035">
            <a:extLst>
              <a:ext uri="{FF2B5EF4-FFF2-40B4-BE49-F238E27FC236}">
                <a16:creationId xmlns:a16="http://schemas.microsoft.com/office/drawing/2014/main" id="{93262980-E907-4930-9E6E-3DC2025C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445B40"/>
                </a:solidFill>
              </a:rPr>
              <a:t>Project Objective</a:t>
            </a:r>
            <a:endParaRPr lang="en-US">
              <a:solidFill>
                <a:srgbClr val="445B40"/>
              </a:solidFill>
            </a:endParaRPr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AFD53EBD-B361-45AD-8ABF-9270B20B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45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5C3F2-575C-434B-8AAC-8108D93ED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pPr>
              <a:buClr>
                <a:srgbClr val="BC6650"/>
              </a:buClr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Build a machine learning model to predict wine quality</a:t>
            </a:r>
          </a:p>
          <a:p>
            <a:pPr>
              <a:buClr>
                <a:srgbClr val="BC6650"/>
              </a:buClr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Convert quality into a classification problem</a:t>
            </a:r>
          </a:p>
          <a:p>
            <a:pPr>
              <a:buClr>
                <a:srgbClr val="BC6650"/>
              </a:buClr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Compare multiple models to find the best performer</a:t>
            </a:r>
          </a:p>
          <a:p>
            <a:pPr>
              <a:buClr>
                <a:srgbClr val="BC6650"/>
              </a:buClr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Develop an interactive application for real-time prediction</a:t>
            </a:r>
          </a:p>
          <a:p>
            <a:pPr marL="0" indent="0">
              <a:buClr>
                <a:srgbClr val="BC6650"/>
              </a:buClr>
              <a:buNone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040" name="Freeform 11">
            <a:extLst>
              <a:ext uri="{FF2B5EF4-FFF2-40B4-BE49-F238E27FC236}">
                <a16:creationId xmlns:a16="http://schemas.microsoft.com/office/drawing/2014/main" id="{DA1A4CE7-6399-4B37-ACE2-CFC4B4077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1" name="Picture 7" descr="Red Wine Quality">
            <a:extLst>
              <a:ext uri="{FF2B5EF4-FFF2-40B4-BE49-F238E27FC236}">
                <a16:creationId xmlns:a16="http://schemas.microsoft.com/office/drawing/2014/main" id="{7E226B03-A1DE-A910-1A10-C5C8CF515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9" r="-1" b="2878"/>
          <a:stretch>
            <a:fillRect/>
          </a:stretch>
        </p:blipFill>
        <p:spPr bwMode="auto">
          <a:xfrm>
            <a:off x="4619543" y="10"/>
            <a:ext cx="7572457" cy="685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3290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41901B5-54FD-4B44-A07E-D651282DF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/>
              <a:t>Dataset Overview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405D71-C37E-449D-A61C-11064F760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6C97661C-87C2-4FD2-AE84-0FA740CF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35D2233C-4F4A-1304-13F3-E941D6DB54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9770017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5677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218" name="Picture 2" descr="Predicting Wine Quality with Several Classification Techniques | Towards  Data Science">
            <a:extLst>
              <a:ext uri="{FF2B5EF4-FFF2-40B4-BE49-F238E27FC236}">
                <a16:creationId xmlns:a16="http://schemas.microsoft.com/office/drawing/2014/main" id="{82E3FE7E-A746-618A-44CD-30B5E3267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306" b="-1"/>
          <a:stretch>
            <a:fillRect/>
          </a:stretch>
        </p:blipFill>
        <p:spPr bwMode="auto">
          <a:xfrm>
            <a:off x="1" y="10"/>
            <a:ext cx="757444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5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en-IN" sz="3200">
                <a:solidFill>
                  <a:srgbClr val="FEFFFF"/>
                </a:solidFill>
              </a:rPr>
              <a:t>Input Features</a:t>
            </a:r>
            <a:endParaRPr lang="en-US" sz="3200">
              <a:solidFill>
                <a:srgbClr val="FEFFFF"/>
              </a:solidFill>
            </a:endParaRP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59E75141-06F1-A9D5-3E3E-5FFBAE8783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4922346"/>
              </p:ext>
            </p:extLst>
          </p:nvPr>
        </p:nvGraphicFramePr>
        <p:xfrm>
          <a:off x="7860770" y="2017668"/>
          <a:ext cx="3750205" cy="3857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567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30370"/>
          </a:xfrm>
        </p:spPr>
        <p:txBody>
          <a:bodyPr>
            <a:normAutofit/>
          </a:bodyPr>
          <a:lstStyle/>
          <a:p>
            <a:r>
              <a:rPr lang="en-IN" sz="2800" dirty="0"/>
              <a:t>Target Variable</a:t>
            </a:r>
            <a:endParaRPr lang="en-US" dirty="0"/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B60F2CD2-1563-6851-41B7-17AE1F5006E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15291" y="1254034"/>
          <a:ext cx="9989322" cy="5212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5677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BB01FB5-37B9-4EBD-AF40-DE68D3CA4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IN" sz="2500">
                <a:solidFill>
                  <a:schemeClr val="bg1"/>
                </a:solidFill>
              </a:rPr>
              <a:t>Data Preprocessing</a:t>
            </a:r>
            <a:endParaRPr lang="en-US" sz="2500">
              <a:solidFill>
                <a:schemeClr val="bg1"/>
              </a:solidFill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06AF6A9A-0638-4916-AD29-9FC8FC07A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9057B2B-0D8C-47F2-836B-2E7DD462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D6654939-47DD-1328-394E-9DD64B4484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3865121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5677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 descr="Magnifying glass showing decling performance">
            <a:extLst>
              <a:ext uri="{FF2B5EF4-FFF2-40B4-BE49-F238E27FC236}">
                <a16:creationId xmlns:a16="http://schemas.microsoft.com/office/drawing/2014/main" id="{4A93AC8D-6534-5067-AAE0-921DDA7366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78" r="19698" b="-1"/>
          <a:stretch>
            <a:fillRect/>
          </a:stretch>
        </p:blipFill>
        <p:spPr>
          <a:xfrm>
            <a:off x="1" y="10"/>
            <a:ext cx="7574440" cy="6857990"/>
          </a:xfrm>
          <a:prstGeom prst="rect">
            <a:avLst/>
          </a:prstGeom>
        </p:spPr>
      </p:pic>
      <p:sp>
        <p:nvSpPr>
          <p:cNvPr id="11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E6C76-7EF0-0639-A6F9-5C333BAA3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en-IN" sz="3200">
                <a:solidFill>
                  <a:srgbClr val="FEFFFF"/>
                </a:solidFill>
              </a:rPr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ACD1A-98DD-C35E-E8F1-B6D1CA66A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770" y="2017668"/>
            <a:ext cx="3750205" cy="38578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Performed initial data analysis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Checked data distribution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Identified patterns and relationships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No missing values in dataset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Data is clean and structured</a:t>
            </a:r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574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r>
              <a:rPr lang="en-IN" sz="3200"/>
              <a:t>EDA-Quality Distribution (Chart)</a:t>
            </a:r>
            <a:endParaRPr lang="en-US" sz="32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83956" y="2133600"/>
            <a:ext cx="4140772" cy="3777622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Most wines fall in mid-quality range (5–6)</a:t>
            </a:r>
          </a:p>
          <a:p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Very few samples are high quality (7–8)</a:t>
            </a:r>
          </a:p>
          <a:p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Dataset is slightly imbalanced</a:t>
            </a:r>
          </a:p>
          <a:p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This affects model prediction behavior</a:t>
            </a:r>
          </a:p>
          <a:p>
            <a:pPr>
              <a:buNone/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BC739276-3FA8-497C-F5CD-6F91DE25F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1916" y="1311427"/>
            <a:ext cx="5451627" cy="3952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677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5D27D0B-B236-43E0-84ED-24198D786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C37260"/>
                </a:solidFill>
              </a:rPr>
              <a:t>EDA-Correlation Analysis (Chart)</a:t>
            </a:r>
            <a:endParaRPr lang="en-US" b="1">
              <a:solidFill>
                <a:srgbClr val="C372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47E887-C87E-4D8A-9840-6D0718819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37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225" y="2133600"/>
            <a:ext cx="5122652" cy="3759253"/>
          </a:xfrm>
        </p:spPr>
        <p:txBody>
          <a:bodyPr>
            <a:normAutofit/>
          </a:bodyPr>
          <a:lstStyle/>
          <a:p>
            <a:pPr>
              <a:buClr>
                <a:srgbClr val="72A0FB"/>
              </a:buCl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Alcohol has strong positive correlation with quality</a:t>
            </a:r>
          </a:p>
          <a:p>
            <a:pPr>
              <a:buClr>
                <a:srgbClr val="72A0FB"/>
              </a:buCl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Volatile acidity has negative correlation</a:t>
            </a:r>
          </a:p>
          <a:p>
            <a:pPr>
              <a:buClr>
                <a:srgbClr val="72A0FB"/>
              </a:buCl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Some features show weak relationships</a:t>
            </a:r>
          </a:p>
          <a:p>
            <a:pPr>
              <a:buClr>
                <a:srgbClr val="72A0FB"/>
              </a:buCl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Helps identify important variables</a:t>
            </a:r>
          </a:p>
          <a:p>
            <a:pPr>
              <a:buClr>
                <a:srgbClr val="72A0FB"/>
              </a:buClr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2AE659-7D78-3917-A6D3-25B8A9F80F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3" r="6380" b="3"/>
          <a:stretch>
            <a:fillRect/>
          </a:stretch>
        </p:blipFill>
        <p:spPr>
          <a:xfrm>
            <a:off x="5394960" y="418013"/>
            <a:ext cx="6250183" cy="6016439"/>
          </a:xfrm>
          <a:prstGeom prst="rect">
            <a:avLst/>
          </a:prstGeom>
        </p:spPr>
      </p:pic>
      <p:sp>
        <p:nvSpPr>
          <p:cNvPr id="17" name="Freeform 12">
            <a:extLst>
              <a:ext uri="{FF2B5EF4-FFF2-40B4-BE49-F238E27FC236}">
                <a16:creationId xmlns:a16="http://schemas.microsoft.com/office/drawing/2014/main" id="{CC5AFBB9-F80F-4FCC-A53E-F9CD83EFE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5" name="Rectangle 2064">
            <a:extLst>
              <a:ext uri="{FF2B5EF4-FFF2-40B4-BE49-F238E27FC236}">
                <a16:creationId xmlns:a16="http://schemas.microsoft.com/office/drawing/2014/main" id="{93262980-E907-4930-9E6E-3DC2025C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49224" y="645106"/>
            <a:ext cx="3650279" cy="1259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/>
              <a:t>EDA-Feature Importance (Chart)</a:t>
            </a:r>
            <a:endParaRPr lang="en-US" sz="2800" b="1"/>
          </a:p>
        </p:txBody>
      </p:sp>
      <p:sp>
        <p:nvSpPr>
          <p:cNvPr id="2066" name="Rectangle 2065">
            <a:extLst>
              <a:ext uri="{FF2B5EF4-FFF2-40B4-BE49-F238E27FC236}">
                <a16:creationId xmlns:a16="http://schemas.microsoft.com/office/drawing/2014/main" id="{AFD53EBD-B361-45AD-8ABF-9270B20B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F469910-3B7A-1E7F-98D1-5218ACD9E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rgbClr val="D3A237"/>
              </a:buClr>
            </a:pPr>
            <a:r>
              <a:rPr lang="en-US"/>
              <a:t>Alcohol is the most influential feature</a:t>
            </a:r>
          </a:p>
          <a:p>
            <a:pPr>
              <a:buClr>
                <a:srgbClr val="D3A237"/>
              </a:buClr>
            </a:pPr>
            <a:r>
              <a:rPr lang="en-US"/>
              <a:t>Sulphates and citric acid also important</a:t>
            </a:r>
          </a:p>
          <a:p>
            <a:pPr>
              <a:buClr>
                <a:srgbClr val="D3A237"/>
              </a:buClr>
            </a:pPr>
            <a:r>
              <a:rPr lang="en-US"/>
              <a:t>Chlorides and density have lower impact</a:t>
            </a:r>
          </a:p>
          <a:p>
            <a:pPr>
              <a:buClr>
                <a:srgbClr val="D3A237"/>
              </a:buClr>
            </a:pPr>
            <a:r>
              <a:rPr lang="en-US"/>
              <a:t>Feature importance helps improve model design</a:t>
            </a:r>
          </a:p>
          <a:p>
            <a:pPr>
              <a:buClr>
                <a:srgbClr val="D3A237"/>
              </a:buClr>
            </a:pPr>
            <a:endParaRPr lang="en-US"/>
          </a:p>
        </p:txBody>
      </p:sp>
      <p:pic>
        <p:nvPicPr>
          <p:cNvPr id="2054" name="Picture 6" descr="0">
            <a:extLst>
              <a:ext uri="{FF2B5EF4-FFF2-40B4-BE49-F238E27FC236}">
                <a16:creationId xmlns:a16="http://schemas.microsoft.com/office/drawing/2014/main" id="{4D4D8CC2-688C-097E-2170-F22C823AF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33" b="-2"/>
          <a:stretch>
            <a:fillRect/>
          </a:stretch>
        </p:blipFill>
        <p:spPr bwMode="auto">
          <a:xfrm>
            <a:off x="4619543" y="640080"/>
            <a:ext cx="6953577" cy="5252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Freeform 11">
            <a:extLst>
              <a:ext uri="{FF2B5EF4-FFF2-40B4-BE49-F238E27FC236}">
                <a16:creationId xmlns:a16="http://schemas.microsoft.com/office/drawing/2014/main" id="{DA1A4CE7-6399-4B37-ACE2-CFC4B4077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741612" y="1881051"/>
            <a:ext cx="8915400" cy="4182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269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4" name="Picture 13" descr="Aerial view of green treetops">
            <a:extLst>
              <a:ext uri="{FF2B5EF4-FFF2-40B4-BE49-F238E27FC236}">
                <a16:creationId xmlns:a16="http://schemas.microsoft.com/office/drawing/2014/main" id="{7CE3BDA1-3A27-B570-3DD4-3D15F5FCEC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35" r="15641" b="-1"/>
          <a:stretch>
            <a:fillRect/>
          </a:stretch>
        </p:blipFill>
        <p:spPr>
          <a:xfrm>
            <a:off x="1" y="10"/>
            <a:ext cx="7574440" cy="6857990"/>
          </a:xfrm>
          <a:prstGeom prst="rect">
            <a:avLst/>
          </a:prstGeom>
        </p:spPr>
      </p:pic>
      <p:sp>
        <p:nvSpPr>
          <p:cNvPr id="12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en-IN" sz="3200">
                <a:solidFill>
                  <a:srgbClr val="FEFFFF"/>
                </a:solidFill>
              </a:rPr>
              <a:t>Models Used</a:t>
            </a:r>
            <a:endParaRPr lang="en-US" sz="3200" b="1">
              <a:solidFill>
                <a:srgbClr val="FE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FEDB6-7F4A-4342-99CF-F15D1A827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770" y="2017668"/>
            <a:ext cx="3750205" cy="38578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Random Forest Classifier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Decision Tree Classifier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K-Nearest Neighbors (KNN)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All models trained on same dataset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Performance compared using accuracy</a:t>
            </a:r>
          </a:p>
        </p:txBody>
      </p:sp>
    </p:spTree>
    <p:extLst>
      <p:ext uri="{BB962C8B-B14F-4D97-AF65-F5344CB8AC3E}">
        <p14:creationId xmlns:p14="http://schemas.microsoft.com/office/powerpoint/2010/main" val="598360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r>
              <a:rPr lang="en-IN" sz="3200"/>
              <a:t>Model Comparison (Chart)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83956" y="2133600"/>
            <a:ext cx="4140772" cy="3777622"/>
          </a:xfrm>
        </p:spPr>
        <p:txBody>
          <a:bodyPr>
            <a:normAutofit/>
          </a:bodyPr>
          <a:lstStyle/>
          <a:p>
            <a:pPr lvl="0">
              <a:buClr>
                <a:srgbClr val="1F78B4"/>
              </a:buClr>
            </a:pPr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Compared accuracy across models</a:t>
            </a:r>
          </a:p>
          <a:p>
            <a:pPr lvl="0">
              <a:buClr>
                <a:srgbClr val="1F78B4"/>
              </a:buClr>
            </a:pPr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Random Forest achieved highest accuracy</a:t>
            </a:r>
          </a:p>
          <a:p>
            <a:pPr lvl="0">
              <a:buClr>
                <a:srgbClr val="1F78B4"/>
              </a:buClr>
            </a:pPr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Decision Tree showed moderate performance</a:t>
            </a:r>
          </a:p>
          <a:p>
            <a:pPr lvl="0">
              <a:buClr>
                <a:srgbClr val="1F78B4"/>
              </a:buClr>
            </a:pPr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KNN performed relatively lower</a:t>
            </a: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8196" name="Picture 4" descr="0">
            <a:extLst>
              <a:ext uri="{FF2B5EF4-FFF2-40B4-BE49-F238E27FC236}">
                <a16:creationId xmlns:a16="http://schemas.microsoft.com/office/drawing/2014/main" id="{861FC952-15A8-737B-AE8D-2AAA89881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00476" y="1290320"/>
            <a:ext cx="5954805" cy="43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26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1DBE429-8660-4D88-BC47-B159B7251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7DF222-98CD-4513-8AEA-F83CF2A11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Final Model</a:t>
            </a:r>
            <a:endParaRPr lang="en-US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92C98781-DD9B-44BA-B873-BD5060A9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7" name="Content Placeholder 5">
            <a:extLst>
              <a:ext uri="{FF2B5EF4-FFF2-40B4-BE49-F238E27FC236}">
                <a16:creationId xmlns:a16="http://schemas.microsoft.com/office/drawing/2014/main" id="{D479D6FB-D1C1-B39E-6813-AB5B4FB46C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8243290"/>
              </p:ext>
            </p:extLst>
          </p:nvPr>
        </p:nvGraphicFramePr>
        <p:xfrm>
          <a:off x="961012" y="2930805"/>
          <a:ext cx="10265786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2091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018160" y="375916"/>
            <a:ext cx="8911687" cy="682176"/>
          </a:xfrm>
        </p:spPr>
        <p:txBody>
          <a:bodyPr>
            <a:normAutofit/>
          </a:bodyPr>
          <a:lstStyle/>
          <a:p>
            <a:r>
              <a:rPr lang="en-IN" sz="2400"/>
              <a:t>Model Evaluation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00620F38-04C5-EE9D-A2DF-D50942DE4B6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02674" y="1123407"/>
          <a:ext cx="9701938" cy="5290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2091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D306B45-25EE-434D-ABA9-A27B7932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C22128DA-F620-525D-77CD-F2973548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019" y="942108"/>
            <a:ext cx="3256550" cy="4969113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chemeClr val="tx2">
                    <a:lumMod val="75000"/>
                  </a:schemeClr>
                </a:solidFill>
              </a:rPr>
              <a:t>Streamlit Application</a:t>
            </a:r>
            <a:endParaRPr lang="en-US" b="1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42F85E-4939-431E-8B4A-EC07C8E0A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7EBB3F9-D6F7-4F6A-8843-9FEBA15E4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D2B17EF-74EB-4C33-B2E2-8E727B2E7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0A5F1F8A-3206-4B86-883F-65E98BB6E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6935F8C7-CC88-4243-9786-F3CDBF04A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9AF7BAD9-71B3-40D8-A089-EFF7FE67B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6467094F-AEF0-4D3B-BB76-8B3C1F08B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36F56AF9-DEF1-44E7-BF42-6AAC1AA9D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A43EBE71-20BA-4A40-A513-516678089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1DB39648-7B38-4D0B-93C5-048EC4A45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8DD2661F-DE5F-45EA-B30B-7C6589638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ABF0A0E5-E68E-4183-A913-228692FD8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615D8F55-8ACD-4EFE-A832-06E785479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0FDF4201-8CEC-474B-A6B1-88039B704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0F60AEA4-B25F-417E-93FC-59686D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049062" y="942108"/>
            <a:ext cx="6455549" cy="4969114"/>
          </a:xfrm>
        </p:spPr>
        <p:txBody>
          <a:bodyPr anchor="ctr">
            <a:normAutofit/>
          </a:bodyPr>
          <a:lstStyle/>
          <a:p>
            <a:pPr lvl="0"/>
            <a:r>
              <a:rPr lang="en-US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Built using Streamlit framework</a:t>
            </a:r>
          </a:p>
          <a:p>
            <a:pPr lvl="0"/>
            <a:r>
              <a:rPr lang="en-US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User enters wine chemical values</a:t>
            </a:r>
          </a:p>
          <a:p>
            <a:pPr lvl="0"/>
            <a:r>
              <a:rPr lang="en-US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Model predicts quality instantly</a:t>
            </a:r>
          </a:p>
          <a:p>
            <a:pPr lvl="0"/>
            <a:r>
              <a:rPr lang="en-US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Displays probability of prediction</a:t>
            </a:r>
          </a:p>
          <a:p>
            <a:pPr lvl="0"/>
            <a:r>
              <a:rPr lang="en-US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Option to download results</a:t>
            </a:r>
          </a:p>
        </p:txBody>
      </p:sp>
    </p:spTree>
    <p:extLst>
      <p:ext uri="{BB962C8B-B14F-4D97-AF65-F5344CB8AC3E}">
        <p14:creationId xmlns:p14="http://schemas.microsoft.com/office/powerpoint/2010/main" val="3072091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1DBE429-8660-4D88-BC47-B159B7251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7DF222-98CD-4513-8AEA-F83CF2A11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94EC0EF5-11DC-56CD-74B2-89CD6EA57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Results</a:t>
            </a:r>
            <a:endParaRPr lang="en-US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92C98781-DD9B-44BA-B873-BD5060A9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5C5A0C4F-86A1-7282-A88C-7EB7518633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8206738"/>
              </p:ext>
            </p:extLst>
          </p:nvPr>
        </p:nvGraphicFramePr>
        <p:xfrm>
          <a:off x="961012" y="2930805"/>
          <a:ext cx="10265786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2091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B01FB5-37B9-4EBD-AF40-DE68D3CA4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br>
              <a:rPr lang="en-US" altLang="en-US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06AF6A9A-0638-4916-AD29-9FC8FC07A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9057B2B-0D8C-47F2-836B-2E7DD462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D7F8762F-EA1E-C36C-C310-715AB4118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0985773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6207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7B7EFD05-5F12-420E-8AEF-74D5EF9D5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6B6786B7-9BA0-488B-8C6B-1C5BB4E2A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ACF6C842-D596-43D3-B584-5672E0D33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6DF84F3E-35FA-497B-B6FA-F453E82F3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2846D7FA-E05C-448E-B156-F77C205A1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E269AD3A-E6B6-4322-A013-276CBC1B0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CEFB9F00-6239-4BF6-B439-D16231B24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74D1DDDB-FC85-40C5-9225-06312C451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E9217709-40C1-4F4A-AB69-8A693608A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ACCD26D6-BC97-43F5-B803-5838985FC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8136022F-2988-42E2-90E1-617D189F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03859925-85FA-4D69-A0AB-6F827E3B5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BAE65FC7-970A-4DCC-9FB4-CF0F7496A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64F33C7-E158-4057-87E7-6F42AA6D0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26714E66-FCC0-42F6-B127-0F91203BC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7E0BD3C9-F0D9-4A53-87DF-71D17D328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DFA9FE4C-FCED-4A9A-9E43-358EB7501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E5D5BB28-15EC-4D32-9C05-C2206AF9E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06210E9D-4080-4566-B32A-3A8BE356F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894D3505-0982-40B2-8131-1B6BFF27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11598CAB-0965-48D6-999C-91450C50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29E94126-468A-4060-BCBC-DC3806A4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438F3422-C112-405B-B955-7B1690721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C99C65FC-23C1-4B1D-A385-29B46619D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53D192C3-5E79-4B85-98D0-8F6C681CD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8709C0CF-D42A-4EE0-9C30-B0B72C69A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B8FE8EF1-7AF2-4864-A8DE-7EE3481D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9" name="Freeform 6">
            <a:extLst>
              <a:ext uri="{FF2B5EF4-FFF2-40B4-BE49-F238E27FC236}">
                <a16:creationId xmlns:a16="http://schemas.microsoft.com/office/drawing/2014/main" id="{76CB6AE4-A444-41E5-A744-47F048A1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25F129D9-8F3D-4302-AB5D-DE987A6B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F4A57F6-BEF1-4CA6-A0F1-3A01F6AB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957CD5-3DA1-7213-E09C-C83678D1F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967417"/>
            <a:ext cx="3778870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rgbClr val="FEFFFF"/>
                </a:solidFill>
              </a:rPr>
              <a:t>Thank you</a:t>
            </a:r>
          </a:p>
        </p:txBody>
      </p:sp>
      <p:sp>
        <p:nvSpPr>
          <p:cNvPr id="55" name="Freeform 5">
            <a:extLst>
              <a:ext uri="{FF2B5EF4-FFF2-40B4-BE49-F238E27FC236}">
                <a16:creationId xmlns:a16="http://schemas.microsoft.com/office/drawing/2014/main" id="{E3336A73-1C9B-4BAA-A893-AD3C79E66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404022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67C2C324-0BA0-E350-4CCA-421477550F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011" y="967417"/>
            <a:ext cx="4930468" cy="493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21148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2428</TotalTime>
  <Words>533</Words>
  <Application>Microsoft Office PowerPoint</Application>
  <PresentationFormat>Widescreen</PresentationFormat>
  <Paragraphs>109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Century Gothic</vt:lpstr>
      <vt:lpstr>Times New Roman</vt:lpstr>
      <vt:lpstr>Wingdings 3</vt:lpstr>
      <vt:lpstr>Wisp</vt:lpstr>
      <vt:lpstr>PowerPoint Presentation</vt:lpstr>
      <vt:lpstr>Index</vt:lpstr>
      <vt:lpstr>Problem Statement</vt:lpstr>
      <vt:lpstr>Project Objective</vt:lpstr>
      <vt:lpstr>Dataset Overview</vt:lpstr>
      <vt:lpstr>Input Features</vt:lpstr>
      <vt:lpstr>Target Variable</vt:lpstr>
      <vt:lpstr>Data Preprocessing</vt:lpstr>
      <vt:lpstr>Exploratory Data Analysis (EDA)</vt:lpstr>
      <vt:lpstr>EDA-Quality Distribution (Chart)</vt:lpstr>
      <vt:lpstr>EDA-Correlation Analysis (Chart)</vt:lpstr>
      <vt:lpstr>PowerPoint Presentation</vt:lpstr>
      <vt:lpstr>Models Used</vt:lpstr>
      <vt:lpstr>Model Comparison (Chart)</vt:lpstr>
      <vt:lpstr>Final Model</vt:lpstr>
      <vt:lpstr>Model Evaluation</vt:lpstr>
      <vt:lpstr>Streamlit Application</vt:lpstr>
      <vt:lpstr>Results</vt:lpstr>
      <vt:lpstr>Conclusion: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Keerthana</dc:creator>
  <cp:lastModifiedBy>Akshay Kumar Nagabandi</cp:lastModifiedBy>
  <cp:revision>223</cp:revision>
  <dcterms:created xsi:type="dcterms:W3CDTF">2020-06-29T09:16:21Z</dcterms:created>
  <dcterms:modified xsi:type="dcterms:W3CDTF">2026-05-17T14:51:57Z</dcterms:modified>
</cp:coreProperties>
</file>